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005" autoAdjust="0"/>
  </p:normalViewPr>
  <p:slideViewPr>
    <p:cSldViewPr snapToGrid="0">
      <p:cViewPr varScale="1">
        <p:scale>
          <a:sx n="71" d="100"/>
          <a:sy n="71" d="100"/>
        </p:scale>
        <p:origin x="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 PC" userId="39206a8bcfa4cbe9" providerId="LiveId" clId="{518070C4-C1EE-4AD2-977A-4E4B3EB7F0A5}"/>
    <pc:docChg chg="undo redo custSel addSld delSld modSld">
      <pc:chgData name="MY PC" userId="39206a8bcfa4cbe9" providerId="LiveId" clId="{518070C4-C1EE-4AD2-977A-4E4B3EB7F0A5}" dt="2026-06-18T11:18:23.228" v="4659"/>
      <pc:docMkLst>
        <pc:docMk/>
      </pc:docMkLst>
      <pc:sldChg chg="addSp delSp modSp mod modAnim">
        <pc:chgData name="MY PC" userId="39206a8bcfa4cbe9" providerId="LiveId" clId="{518070C4-C1EE-4AD2-977A-4E4B3EB7F0A5}" dt="2026-06-18T10:14:31.246" v="4371"/>
        <pc:sldMkLst>
          <pc:docMk/>
          <pc:sldMk cId="1340551300" sldId="256"/>
        </pc:sldMkLst>
        <pc:spChg chg="add del mod">
          <ac:chgData name="MY PC" userId="39206a8bcfa4cbe9" providerId="LiveId" clId="{518070C4-C1EE-4AD2-977A-4E4B3EB7F0A5}" dt="2026-06-18T02:35:59.511" v="43" actId="478"/>
          <ac:spMkLst>
            <pc:docMk/>
            <pc:sldMk cId="1340551300" sldId="256"/>
            <ac:spMk id="2" creationId="{3A817152-248C-2A50-D2AD-8E738F31F375}"/>
          </ac:spMkLst>
        </pc:spChg>
        <pc:spChg chg="add mod">
          <ac:chgData name="MY PC" userId="39206a8bcfa4cbe9" providerId="LiveId" clId="{518070C4-C1EE-4AD2-977A-4E4B3EB7F0A5}" dt="2026-06-18T10:13:15.195" v="4370" actId="207"/>
          <ac:spMkLst>
            <pc:docMk/>
            <pc:sldMk cId="1340551300" sldId="256"/>
            <ac:spMk id="2" creationId="{E39C66E9-A10C-2CF5-8D2B-F7A921FFB1A7}"/>
          </ac:spMkLst>
        </pc:spChg>
        <pc:spChg chg="add del mod">
          <ac:chgData name="MY PC" userId="39206a8bcfa4cbe9" providerId="LiveId" clId="{518070C4-C1EE-4AD2-977A-4E4B3EB7F0A5}" dt="2026-06-18T02:36:03.356" v="44" actId="478"/>
          <ac:spMkLst>
            <pc:docMk/>
            <pc:sldMk cId="1340551300" sldId="256"/>
            <ac:spMk id="4" creationId="{4E3DEB2A-74D9-67BE-60F5-3153CA2D4E85}"/>
          </ac:spMkLst>
        </pc:spChg>
        <pc:spChg chg="mod">
          <ac:chgData name="MY PC" userId="39206a8bcfa4cbe9" providerId="LiveId" clId="{518070C4-C1EE-4AD2-977A-4E4B3EB7F0A5}" dt="2026-06-18T02:47:49.225" v="214"/>
          <ac:spMkLst>
            <pc:docMk/>
            <pc:sldMk cId="1340551300" sldId="256"/>
            <ac:spMk id="8" creationId="{6B422EBE-54D6-67B9-D2C4-E1E6B1D56FB5}"/>
          </ac:spMkLst>
        </pc:spChg>
        <pc:spChg chg="mod">
          <ac:chgData name="MY PC" userId="39206a8bcfa4cbe9" providerId="LiveId" clId="{518070C4-C1EE-4AD2-977A-4E4B3EB7F0A5}" dt="2026-06-18T02:47:53.386" v="215"/>
          <ac:spMkLst>
            <pc:docMk/>
            <pc:sldMk cId="1340551300" sldId="256"/>
            <ac:spMk id="9" creationId="{B22583EB-D311-BDA6-7FF2-A158A52D16A0}"/>
          </ac:spMkLst>
        </pc:spChg>
        <pc:spChg chg="add mod">
          <ac:chgData name="MY PC" userId="39206a8bcfa4cbe9" providerId="LiveId" clId="{518070C4-C1EE-4AD2-977A-4E4B3EB7F0A5}" dt="2026-06-18T02:48:04.650" v="218"/>
          <ac:spMkLst>
            <pc:docMk/>
            <pc:sldMk cId="1340551300" sldId="256"/>
            <ac:spMk id="14" creationId="{1EF91988-C93C-A639-6B68-26846602D817}"/>
          </ac:spMkLst>
        </pc:spChg>
        <pc:spChg chg="add mod">
          <ac:chgData name="MY PC" userId="39206a8bcfa4cbe9" providerId="LiveId" clId="{518070C4-C1EE-4AD2-977A-4E4B3EB7F0A5}" dt="2026-06-18T02:42:27.112" v="120" actId="13822"/>
          <ac:spMkLst>
            <pc:docMk/>
            <pc:sldMk cId="1340551300" sldId="256"/>
            <ac:spMk id="15" creationId="{7C268660-52EA-01F9-441D-76F96026F916}"/>
          </ac:spMkLst>
        </pc:spChg>
        <pc:spChg chg="add mod">
          <ac:chgData name="MY PC" userId="39206a8bcfa4cbe9" providerId="LiveId" clId="{518070C4-C1EE-4AD2-977A-4E4B3EB7F0A5}" dt="2026-06-18T02:42:39.867" v="122" actId="1076"/>
          <ac:spMkLst>
            <pc:docMk/>
            <pc:sldMk cId="1340551300" sldId="256"/>
            <ac:spMk id="16" creationId="{FFB59E9A-FD5C-3A15-C563-2DD651F0C08E}"/>
          </ac:spMkLst>
        </pc:spChg>
        <pc:spChg chg="add mod">
          <ac:chgData name="MY PC" userId="39206a8bcfa4cbe9" providerId="LiveId" clId="{518070C4-C1EE-4AD2-977A-4E4B3EB7F0A5}" dt="2026-06-18T02:48:08.056" v="220"/>
          <ac:spMkLst>
            <pc:docMk/>
            <pc:sldMk cId="1340551300" sldId="256"/>
            <ac:spMk id="17" creationId="{47504C8A-BE4E-4E5A-CAC4-529FECAD25B6}"/>
          </ac:spMkLst>
        </pc:spChg>
        <pc:picChg chg="add mod">
          <ac:chgData name="MY PC" userId="39206a8bcfa4cbe9" providerId="LiveId" clId="{518070C4-C1EE-4AD2-977A-4E4B3EB7F0A5}" dt="2026-06-18T02:36:16.495" v="48" actId="1076"/>
          <ac:picMkLst>
            <pc:docMk/>
            <pc:sldMk cId="1340551300" sldId="256"/>
            <ac:picMk id="3" creationId="{BE4B08A5-A3FC-C7EC-5AB2-9FAB6BDA579C}"/>
          </ac:picMkLst>
        </pc:picChg>
        <pc:picChg chg="add mod">
          <ac:chgData name="MY PC" userId="39206a8bcfa4cbe9" providerId="LiveId" clId="{518070C4-C1EE-4AD2-977A-4E4B3EB7F0A5}" dt="2026-06-18T02:36:11.090" v="46" actId="1076"/>
          <ac:picMkLst>
            <pc:docMk/>
            <pc:sldMk cId="1340551300" sldId="256"/>
            <ac:picMk id="5" creationId="{1EA8D098-C02D-FC82-1AE1-D40F4926348C}"/>
          </ac:picMkLst>
        </pc:picChg>
        <pc:picChg chg="mod">
          <ac:chgData name="MY PC" userId="39206a8bcfa4cbe9" providerId="LiveId" clId="{518070C4-C1EE-4AD2-977A-4E4B3EB7F0A5}" dt="2026-06-18T02:48:05.713" v="219" actId="1076"/>
          <ac:picMkLst>
            <pc:docMk/>
            <pc:sldMk cId="1340551300" sldId="256"/>
            <ac:picMk id="7" creationId="{9468311B-6A44-F892-0526-DB07A57B3B49}"/>
          </ac:picMkLst>
        </pc:picChg>
        <pc:picChg chg="add mod">
          <ac:chgData name="MY PC" userId="39206a8bcfa4cbe9" providerId="LiveId" clId="{518070C4-C1EE-4AD2-977A-4E4B3EB7F0A5}" dt="2026-06-18T02:39:32.028" v="68" actId="1076"/>
          <ac:picMkLst>
            <pc:docMk/>
            <pc:sldMk cId="1340551300" sldId="256"/>
            <ac:picMk id="11" creationId="{E95AFF3E-5DDC-2751-6103-364B694ABFBF}"/>
          </ac:picMkLst>
        </pc:picChg>
        <pc:picChg chg="add mod">
          <ac:chgData name="MY PC" userId="39206a8bcfa4cbe9" providerId="LiveId" clId="{518070C4-C1EE-4AD2-977A-4E4B3EB7F0A5}" dt="2026-06-18T02:39:35.183" v="69" actId="1076"/>
          <ac:picMkLst>
            <pc:docMk/>
            <pc:sldMk cId="1340551300" sldId="256"/>
            <ac:picMk id="13" creationId="{352F8F9D-99CF-76C1-E82E-F5052215B56D}"/>
          </ac:picMkLst>
        </pc:picChg>
      </pc:sldChg>
      <pc:sldChg chg="addSp delSp modSp new mod modClrScheme modAnim chgLayout">
        <pc:chgData name="MY PC" userId="39206a8bcfa4cbe9" providerId="LiveId" clId="{518070C4-C1EE-4AD2-977A-4E4B3EB7F0A5}" dt="2026-06-18T11:11:01.443" v="4635"/>
        <pc:sldMkLst>
          <pc:docMk/>
          <pc:sldMk cId="3302142068" sldId="257"/>
        </pc:sldMkLst>
        <pc:spChg chg="del">
          <ac:chgData name="MY PC" userId="39206a8bcfa4cbe9" providerId="LiveId" clId="{518070C4-C1EE-4AD2-977A-4E4B3EB7F0A5}" dt="2026-06-18T02:46:11.136" v="195" actId="700"/>
          <ac:spMkLst>
            <pc:docMk/>
            <pc:sldMk cId="3302142068" sldId="257"/>
            <ac:spMk id="2" creationId="{DE03A530-A3FA-0EC9-04A5-AEE83747C61C}"/>
          </ac:spMkLst>
        </pc:spChg>
        <pc:spChg chg="del">
          <ac:chgData name="MY PC" userId="39206a8bcfa4cbe9" providerId="LiveId" clId="{518070C4-C1EE-4AD2-977A-4E4B3EB7F0A5}" dt="2026-06-18T02:46:11.136" v="195" actId="700"/>
          <ac:spMkLst>
            <pc:docMk/>
            <pc:sldMk cId="3302142068" sldId="257"/>
            <ac:spMk id="3" creationId="{3F128E70-BCDB-ACE3-BCA5-302AE4286A69}"/>
          </ac:spMkLst>
        </pc:spChg>
        <pc:spChg chg="add del mod">
          <ac:chgData name="MY PC" userId="39206a8bcfa4cbe9" providerId="LiveId" clId="{518070C4-C1EE-4AD2-977A-4E4B3EB7F0A5}" dt="2026-06-18T02:50:05.186" v="245" actId="478"/>
          <ac:spMkLst>
            <pc:docMk/>
            <pc:sldMk cId="3302142068" sldId="257"/>
            <ac:spMk id="4" creationId="{6D1B218C-69B8-9CF5-B7FD-FA9534CAF51A}"/>
          </ac:spMkLst>
        </pc:spChg>
        <pc:spChg chg="add mod">
          <ac:chgData name="MY PC" userId="39206a8bcfa4cbe9" providerId="LiveId" clId="{518070C4-C1EE-4AD2-977A-4E4B3EB7F0A5}" dt="2026-06-18T10:24:21.557" v="4549" actId="1076"/>
          <ac:spMkLst>
            <pc:docMk/>
            <pc:sldMk cId="3302142068" sldId="257"/>
            <ac:spMk id="6" creationId="{EA5FDB1A-DB57-B383-C542-B5B33DE53D26}"/>
          </ac:spMkLst>
        </pc:spChg>
        <pc:spChg chg="add mod">
          <ac:chgData name="MY PC" userId="39206a8bcfa4cbe9" providerId="LiveId" clId="{518070C4-C1EE-4AD2-977A-4E4B3EB7F0A5}" dt="2026-06-18T03:02:44.558" v="437" actId="208"/>
          <ac:spMkLst>
            <pc:docMk/>
            <pc:sldMk cId="3302142068" sldId="257"/>
            <ac:spMk id="7" creationId="{0D324980-A4F6-1911-AA96-05AFE44AEEB3}"/>
          </ac:spMkLst>
        </pc:spChg>
        <pc:spChg chg="add del mod">
          <ac:chgData name="MY PC" userId="39206a8bcfa4cbe9" providerId="LiveId" clId="{518070C4-C1EE-4AD2-977A-4E4B3EB7F0A5}" dt="2026-06-18T02:52:30.324" v="258" actId="478"/>
          <ac:spMkLst>
            <pc:docMk/>
            <pc:sldMk cId="3302142068" sldId="257"/>
            <ac:spMk id="9" creationId="{ECCCA2E3-A719-8C74-5E3D-285BF7A5C282}"/>
          </ac:spMkLst>
        </pc:spChg>
        <pc:spChg chg="add mod ord">
          <ac:chgData name="MY PC" userId="39206a8bcfa4cbe9" providerId="LiveId" clId="{518070C4-C1EE-4AD2-977A-4E4B3EB7F0A5}" dt="2026-06-18T03:18:16.899" v="1159" actId="1076"/>
          <ac:spMkLst>
            <pc:docMk/>
            <pc:sldMk cId="3302142068" sldId="257"/>
            <ac:spMk id="10" creationId="{B86F4569-37B0-C7EF-A8A5-0E3A06C9CD26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13" creationId="{4623FF60-9FBC-6B6F-5BFB-59D69A3FDC11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14" creationId="{DBDDE756-0250-0A5E-EB12-04C4E0CE9D1F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15" creationId="{C0A90C22-BD25-EF6E-4D88-947D5F86DDEC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16" creationId="{84051CCC-2539-A249-E348-83E9DB4225BC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17" creationId="{5BE24BE6-A383-5ABF-1DD6-7CCCD1EFE0D4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19" creationId="{E23883CE-2DC8-2B45-BAFB-C7C5FAD3ACB5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20" creationId="{85D8E89F-CC39-0FEE-C8EB-7B66A2992310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22" creationId="{759B62E7-AE45-08AE-B7AB-43F1F9C52979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23" creationId="{D9F99660-8FF8-75C0-BF68-505C2E4967AB}"/>
          </ac:spMkLst>
        </pc:spChg>
        <pc:spChg chg="add mod">
          <ac:chgData name="MY PC" userId="39206a8bcfa4cbe9" providerId="LiveId" clId="{518070C4-C1EE-4AD2-977A-4E4B3EB7F0A5}" dt="2026-06-18T02:57:57.746" v="318"/>
          <ac:spMkLst>
            <pc:docMk/>
            <pc:sldMk cId="3302142068" sldId="257"/>
            <ac:spMk id="26" creationId="{734FF829-2B64-516F-364F-CA14CC946049}"/>
          </ac:spMkLst>
        </pc:spChg>
        <pc:spChg chg="add 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27" creationId="{5497F299-0250-10F2-AA21-E0CC7375D761}"/>
          </ac:spMkLst>
        </pc:spChg>
        <pc:spChg chg="add 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28" creationId="{9D68426E-46E8-5AFA-3FFE-5B081278E027}"/>
          </ac:spMkLst>
        </pc:spChg>
        <pc:spChg chg="add 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32" creationId="{2AB9864B-317E-9816-AAAD-D284373EAA2C}"/>
          </ac:spMkLst>
        </pc:spChg>
        <pc:spChg chg="add 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35" creationId="{266479D2-B5A5-6523-B0F9-804C33DE43B3}"/>
          </ac:spMkLst>
        </pc:spChg>
        <pc:spChg chg="add 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36" creationId="{35D8CFF8-2DDF-E409-A7ED-5ABDC20E863B}"/>
          </ac:spMkLst>
        </pc:spChg>
        <pc:spChg chg="add 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37" creationId="{066F452C-9A0A-8C33-5631-98B5CC8FD745}"/>
          </ac:spMkLst>
        </pc:spChg>
        <pc:spChg chg="add mod">
          <ac:chgData name="MY PC" userId="39206a8bcfa4cbe9" providerId="LiveId" clId="{518070C4-C1EE-4AD2-977A-4E4B3EB7F0A5}" dt="2026-06-18T02:58:26.137" v="321" actId="14100"/>
          <ac:spMkLst>
            <pc:docMk/>
            <pc:sldMk cId="3302142068" sldId="257"/>
            <ac:spMk id="38" creationId="{030A6E5A-541E-104E-4382-7C11407CF7E2}"/>
          </ac:spMkLst>
        </pc:spChg>
        <pc:spChg chg="add 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40" creationId="{7DF21C10-3B5F-EA87-B956-C2379D62BDFA}"/>
          </ac:spMkLst>
        </pc:spChg>
        <pc:spChg chg="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41" creationId="{51CF75E2-71A3-E8CA-6002-A57DB3975E85}"/>
          </ac:spMkLst>
        </pc:spChg>
        <pc:spChg chg="add 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42" creationId="{9CD18E47-0ACD-45A4-2F8F-E0CB804F02B5}"/>
          </ac:spMkLst>
        </pc:spChg>
        <pc:spChg chg="add mod">
          <ac:chgData name="MY PC" userId="39206a8bcfa4cbe9" providerId="LiveId" clId="{518070C4-C1EE-4AD2-977A-4E4B3EB7F0A5}" dt="2026-06-18T02:58:38.341" v="327" actId="14100"/>
          <ac:spMkLst>
            <pc:docMk/>
            <pc:sldMk cId="3302142068" sldId="257"/>
            <ac:spMk id="45" creationId="{B9B3BBD3-C9D1-7049-B4BA-18737A612E9C}"/>
          </ac:spMkLst>
        </pc:spChg>
        <pc:spChg chg="add mod">
          <ac:chgData name="MY PC" userId="39206a8bcfa4cbe9" providerId="LiveId" clId="{518070C4-C1EE-4AD2-977A-4E4B3EB7F0A5}" dt="2026-06-18T03:16:57.115" v="1041" actId="1076"/>
          <ac:spMkLst>
            <pc:docMk/>
            <pc:sldMk cId="3302142068" sldId="257"/>
            <ac:spMk id="47" creationId="{F494F498-F3C5-1207-CD28-887EEE4DA60A}"/>
          </ac:spMkLst>
        </pc:spChg>
        <pc:spChg chg="add mod">
          <ac:chgData name="MY PC" userId="39206a8bcfa4cbe9" providerId="LiveId" clId="{518070C4-C1EE-4AD2-977A-4E4B3EB7F0A5}" dt="2026-06-18T03:06:00.324" v="571" actId="1035"/>
          <ac:spMkLst>
            <pc:docMk/>
            <pc:sldMk cId="3302142068" sldId="257"/>
            <ac:spMk id="48" creationId="{80E2B694-F57A-9D62-D346-2E82EA3D1DF2}"/>
          </ac:spMkLst>
        </pc:spChg>
        <pc:spChg chg="add mod">
          <ac:chgData name="MY PC" userId="39206a8bcfa4cbe9" providerId="LiveId" clId="{518070C4-C1EE-4AD2-977A-4E4B3EB7F0A5}" dt="2026-06-18T03:07:21.679" v="587"/>
          <ac:spMkLst>
            <pc:docMk/>
            <pc:sldMk cId="3302142068" sldId="257"/>
            <ac:spMk id="50" creationId="{4FBA1E2D-94CF-0827-6CCA-3322F9442077}"/>
          </ac:spMkLst>
        </pc:spChg>
        <pc:spChg chg="add mod">
          <ac:chgData name="MY PC" userId="39206a8bcfa4cbe9" providerId="LiveId" clId="{518070C4-C1EE-4AD2-977A-4E4B3EB7F0A5}" dt="2026-06-18T03:00:53.585" v="429" actId="14100"/>
          <ac:spMkLst>
            <pc:docMk/>
            <pc:sldMk cId="3302142068" sldId="257"/>
            <ac:spMk id="51" creationId="{DBF710DE-EDA6-B548-0E28-5419A5E1597F}"/>
          </ac:spMkLst>
        </pc:spChg>
        <pc:spChg chg="add mod">
          <ac:chgData name="MY PC" userId="39206a8bcfa4cbe9" providerId="LiveId" clId="{518070C4-C1EE-4AD2-977A-4E4B3EB7F0A5}" dt="2026-06-18T03:17:21.699" v="1048" actId="1076"/>
          <ac:spMkLst>
            <pc:docMk/>
            <pc:sldMk cId="3302142068" sldId="257"/>
            <ac:spMk id="52" creationId="{9999E877-47F6-9FA0-FCD0-7E84AB82AF61}"/>
          </ac:spMkLst>
        </pc:spChg>
        <pc:spChg chg="add mod">
          <ac:chgData name="MY PC" userId="39206a8bcfa4cbe9" providerId="LiveId" clId="{518070C4-C1EE-4AD2-977A-4E4B3EB7F0A5}" dt="2026-06-18T03:17:29.955" v="1053" actId="1076"/>
          <ac:spMkLst>
            <pc:docMk/>
            <pc:sldMk cId="3302142068" sldId="257"/>
            <ac:spMk id="53" creationId="{28BC4343-8FB5-8213-71FD-5EF655977681}"/>
          </ac:spMkLst>
        </pc:spChg>
        <pc:spChg chg="add mod">
          <ac:chgData name="MY PC" userId="39206a8bcfa4cbe9" providerId="LiveId" clId="{518070C4-C1EE-4AD2-977A-4E4B3EB7F0A5}" dt="2026-06-18T03:04:01.364" v="445" actId="1076"/>
          <ac:spMkLst>
            <pc:docMk/>
            <pc:sldMk cId="3302142068" sldId="257"/>
            <ac:spMk id="54" creationId="{12586757-FF59-6D87-3563-61BB79297571}"/>
          </ac:spMkLst>
        </pc:spChg>
        <pc:spChg chg="add mod">
          <ac:chgData name="MY PC" userId="39206a8bcfa4cbe9" providerId="LiveId" clId="{518070C4-C1EE-4AD2-977A-4E4B3EB7F0A5}" dt="2026-06-18T03:07:25.221" v="588"/>
          <ac:spMkLst>
            <pc:docMk/>
            <pc:sldMk cId="3302142068" sldId="257"/>
            <ac:spMk id="55" creationId="{CB527FAD-F28E-C41F-A39B-8EA5256351ED}"/>
          </ac:spMkLst>
        </pc:spChg>
        <pc:spChg chg="add mod">
          <ac:chgData name="MY PC" userId="39206a8bcfa4cbe9" providerId="LiveId" clId="{518070C4-C1EE-4AD2-977A-4E4B3EB7F0A5}" dt="2026-06-18T03:06:47.647" v="582" actId="2711"/>
          <ac:spMkLst>
            <pc:docMk/>
            <pc:sldMk cId="3302142068" sldId="257"/>
            <ac:spMk id="56" creationId="{67D8E0AA-C2C8-B801-6250-8F032D665D82}"/>
          </ac:spMkLst>
        </pc:spChg>
        <pc:spChg chg="add mod">
          <ac:chgData name="MY PC" userId="39206a8bcfa4cbe9" providerId="LiveId" clId="{518070C4-C1EE-4AD2-977A-4E4B3EB7F0A5}" dt="2026-06-18T03:08:20.473" v="693" actId="1035"/>
          <ac:spMkLst>
            <pc:docMk/>
            <pc:sldMk cId="3302142068" sldId="257"/>
            <ac:spMk id="57" creationId="{82C01043-264D-B815-0ECD-0C904FC058E6}"/>
          </ac:spMkLst>
        </pc:spChg>
        <pc:spChg chg="add mod">
          <ac:chgData name="MY PC" userId="39206a8bcfa4cbe9" providerId="LiveId" clId="{518070C4-C1EE-4AD2-977A-4E4B3EB7F0A5}" dt="2026-06-18T03:11:07.168" v="836" actId="2711"/>
          <ac:spMkLst>
            <pc:docMk/>
            <pc:sldMk cId="3302142068" sldId="257"/>
            <ac:spMk id="64" creationId="{2626BC83-BA78-F128-ABA2-8147137D022C}"/>
          </ac:spMkLst>
        </pc:spChg>
        <pc:spChg chg="add mod">
          <ac:chgData name="MY PC" userId="39206a8bcfa4cbe9" providerId="LiveId" clId="{518070C4-C1EE-4AD2-977A-4E4B3EB7F0A5}" dt="2026-06-18T03:11:50.590" v="845" actId="403"/>
          <ac:spMkLst>
            <pc:docMk/>
            <pc:sldMk cId="3302142068" sldId="257"/>
            <ac:spMk id="65" creationId="{DC64127F-550F-33E2-332E-F119BE2410ED}"/>
          </ac:spMkLst>
        </pc:spChg>
        <pc:spChg chg="add mod">
          <ac:chgData name="MY PC" userId="39206a8bcfa4cbe9" providerId="LiveId" clId="{518070C4-C1EE-4AD2-977A-4E4B3EB7F0A5}" dt="2026-06-18T03:11:07.168" v="836" actId="2711"/>
          <ac:spMkLst>
            <pc:docMk/>
            <pc:sldMk cId="3302142068" sldId="257"/>
            <ac:spMk id="66" creationId="{91B2CBDE-A735-B14C-36D4-587B8607312F}"/>
          </ac:spMkLst>
        </pc:spChg>
        <pc:spChg chg="add mod">
          <ac:chgData name="MY PC" userId="39206a8bcfa4cbe9" providerId="LiveId" clId="{518070C4-C1EE-4AD2-977A-4E4B3EB7F0A5}" dt="2026-06-18T03:12:04.638" v="847" actId="2711"/>
          <ac:spMkLst>
            <pc:docMk/>
            <pc:sldMk cId="3302142068" sldId="257"/>
            <ac:spMk id="67" creationId="{03CC1BD5-9797-E185-D599-A96AB767E8AA}"/>
          </ac:spMkLst>
        </pc:spChg>
        <pc:spChg chg="add mod">
          <ac:chgData name="MY PC" userId="39206a8bcfa4cbe9" providerId="LiveId" clId="{518070C4-C1EE-4AD2-977A-4E4B3EB7F0A5}" dt="2026-06-18T03:13:41.683" v="1000" actId="1076"/>
          <ac:spMkLst>
            <pc:docMk/>
            <pc:sldMk cId="3302142068" sldId="257"/>
            <ac:spMk id="72" creationId="{30ED5B42-C766-3F4B-D3EB-67B02AABA6BC}"/>
          </ac:spMkLst>
        </pc:spChg>
        <pc:spChg chg="add mod">
          <ac:chgData name="MY PC" userId="39206a8bcfa4cbe9" providerId="LiveId" clId="{518070C4-C1EE-4AD2-977A-4E4B3EB7F0A5}" dt="2026-06-18T03:14:28.414" v="1018" actId="1035"/>
          <ac:spMkLst>
            <pc:docMk/>
            <pc:sldMk cId="3302142068" sldId="257"/>
            <ac:spMk id="74" creationId="{6B477560-48B3-0483-D570-44864AEDEDBB}"/>
          </ac:spMkLst>
        </pc:spChg>
        <pc:spChg chg="add mod">
          <ac:chgData name="MY PC" userId="39206a8bcfa4cbe9" providerId="LiveId" clId="{518070C4-C1EE-4AD2-977A-4E4B3EB7F0A5}" dt="2026-06-18T10:24:44.530" v="4552" actId="1076"/>
          <ac:spMkLst>
            <pc:docMk/>
            <pc:sldMk cId="3302142068" sldId="257"/>
            <ac:spMk id="76" creationId="{56CE1F9F-C503-A577-CD5B-C34A44D73FAD}"/>
          </ac:spMkLst>
        </pc:spChg>
        <pc:spChg chg="add mod">
          <ac:chgData name="MY PC" userId="39206a8bcfa4cbe9" providerId="LiveId" clId="{518070C4-C1EE-4AD2-977A-4E4B3EB7F0A5}" dt="2026-06-18T03:16:23.376" v="1032" actId="1076"/>
          <ac:spMkLst>
            <pc:docMk/>
            <pc:sldMk cId="3302142068" sldId="257"/>
            <ac:spMk id="77" creationId="{74784FC4-284A-8E4B-1996-0F57354F8EFA}"/>
          </ac:spMkLst>
        </pc:spChg>
        <pc:spChg chg="add mod">
          <ac:chgData name="MY PC" userId="39206a8bcfa4cbe9" providerId="LiveId" clId="{518070C4-C1EE-4AD2-977A-4E4B3EB7F0A5}" dt="2026-06-18T03:16:53.271" v="1039" actId="1076"/>
          <ac:spMkLst>
            <pc:docMk/>
            <pc:sldMk cId="3302142068" sldId="257"/>
            <ac:spMk id="78" creationId="{21F31F79-1873-794E-FFBE-D614912208B0}"/>
          </ac:spMkLst>
        </pc:spChg>
        <pc:spChg chg="add mod">
          <ac:chgData name="MY PC" userId="39206a8bcfa4cbe9" providerId="LiveId" clId="{518070C4-C1EE-4AD2-977A-4E4B3EB7F0A5}" dt="2026-06-18T03:17:18.184" v="1045" actId="1076"/>
          <ac:spMkLst>
            <pc:docMk/>
            <pc:sldMk cId="3302142068" sldId="257"/>
            <ac:spMk id="79" creationId="{A39C2027-D9E9-DB00-6428-761A73E84B3D}"/>
          </ac:spMkLst>
        </pc:spChg>
        <pc:spChg chg="add mod">
          <ac:chgData name="MY PC" userId="39206a8bcfa4cbe9" providerId="LiveId" clId="{518070C4-C1EE-4AD2-977A-4E4B3EB7F0A5}" dt="2026-06-18T03:17:15.131" v="1044"/>
          <ac:spMkLst>
            <pc:docMk/>
            <pc:sldMk cId="3302142068" sldId="257"/>
            <ac:spMk id="80" creationId="{3AB8357C-A361-735D-41F3-00BC4D374349}"/>
          </ac:spMkLst>
        </pc:spChg>
        <pc:spChg chg="add mod">
          <ac:chgData name="MY PC" userId="39206a8bcfa4cbe9" providerId="LiveId" clId="{518070C4-C1EE-4AD2-977A-4E4B3EB7F0A5}" dt="2026-06-18T03:17:19.236" v="1046"/>
          <ac:spMkLst>
            <pc:docMk/>
            <pc:sldMk cId="3302142068" sldId="257"/>
            <ac:spMk id="81" creationId="{FBFEF35B-6C16-F074-F4F2-818E051F75AA}"/>
          </ac:spMkLst>
        </pc:spChg>
        <pc:spChg chg="add mod">
          <ac:chgData name="MY PC" userId="39206a8bcfa4cbe9" providerId="LiveId" clId="{518070C4-C1EE-4AD2-977A-4E4B3EB7F0A5}" dt="2026-06-18T03:17:27.852" v="1051"/>
          <ac:spMkLst>
            <pc:docMk/>
            <pc:sldMk cId="3302142068" sldId="257"/>
            <ac:spMk id="82" creationId="{5938CC3B-6698-C49B-BD01-A6A062F2E601}"/>
          </ac:spMkLst>
        </pc:spChg>
        <pc:spChg chg="add mod">
          <ac:chgData name="MY PC" userId="39206a8bcfa4cbe9" providerId="LiveId" clId="{518070C4-C1EE-4AD2-977A-4E4B3EB7F0A5}" dt="2026-06-18T03:17:53.464" v="1156" actId="1037"/>
          <ac:spMkLst>
            <pc:docMk/>
            <pc:sldMk cId="3302142068" sldId="257"/>
            <ac:spMk id="83" creationId="{7ECCC0A3-2D69-F6DD-3090-E87DF5148B8C}"/>
          </ac:spMkLst>
        </pc:spChg>
        <pc:picChg chg="add mod">
          <ac:chgData name="MY PC" userId="39206a8bcfa4cbe9" providerId="LiveId" clId="{518070C4-C1EE-4AD2-977A-4E4B3EB7F0A5}" dt="2026-06-18T02:56:04.202" v="283" actId="1076"/>
          <ac:picMkLst>
            <pc:docMk/>
            <pc:sldMk cId="3302142068" sldId="257"/>
            <ac:picMk id="5" creationId="{6962FBFF-199F-E057-887C-B7EAC8565D43}"/>
          </ac:picMkLst>
        </pc:picChg>
        <pc:picChg chg="add mod">
          <ac:chgData name="MY PC" userId="39206a8bcfa4cbe9" providerId="LiveId" clId="{518070C4-C1EE-4AD2-977A-4E4B3EB7F0A5}" dt="2026-06-18T03:06:05.543" v="575" actId="1035"/>
          <ac:picMkLst>
            <pc:docMk/>
            <pc:sldMk cId="3302142068" sldId="257"/>
            <ac:picMk id="49" creationId="{05FDA7EC-7632-0ECF-5319-D846DB6EBD94}"/>
          </ac:picMkLst>
        </pc:picChg>
        <pc:picChg chg="add mod">
          <ac:chgData name="MY PC" userId="39206a8bcfa4cbe9" providerId="LiveId" clId="{518070C4-C1EE-4AD2-977A-4E4B3EB7F0A5}" dt="2026-06-18T03:08:20.473" v="693" actId="1035"/>
          <ac:picMkLst>
            <pc:docMk/>
            <pc:sldMk cId="3302142068" sldId="257"/>
            <ac:picMk id="58" creationId="{9ECFC632-E8E7-C604-2BCF-1815D48B0AC5}"/>
          </ac:picMkLst>
        </pc:picChg>
        <pc:picChg chg="add mod">
          <ac:chgData name="MY PC" userId="39206a8bcfa4cbe9" providerId="LiveId" clId="{518070C4-C1EE-4AD2-977A-4E4B3EB7F0A5}" dt="2026-06-18T03:13:51.302" v="1003" actId="1076"/>
          <ac:picMkLst>
            <pc:docMk/>
            <pc:sldMk cId="3302142068" sldId="257"/>
            <ac:picMk id="73" creationId="{530DF1F5-801E-3251-12A6-CA377994012E}"/>
          </ac:picMkLst>
        </pc:picChg>
        <pc:picChg chg="add mod">
          <ac:chgData name="MY PC" userId="39206a8bcfa4cbe9" providerId="LiveId" clId="{518070C4-C1EE-4AD2-977A-4E4B3EB7F0A5}" dt="2026-06-18T03:14:33.408" v="1021" actId="1036"/>
          <ac:picMkLst>
            <pc:docMk/>
            <pc:sldMk cId="3302142068" sldId="257"/>
            <ac:picMk id="75" creationId="{CD9ECCCD-DFF4-10C6-D5CA-B29A3C0B9D11}"/>
          </ac:picMkLst>
        </pc:picChg>
        <pc:cxnChg chg="add mod">
          <ac:chgData name="MY PC" userId="39206a8bcfa4cbe9" providerId="LiveId" clId="{518070C4-C1EE-4AD2-977A-4E4B3EB7F0A5}" dt="2026-06-18T03:08:45.811" v="695" actId="13822"/>
          <ac:cxnSpMkLst>
            <pc:docMk/>
            <pc:sldMk cId="3302142068" sldId="257"/>
            <ac:cxnSpMk id="60" creationId="{AAC46C64-3F98-EBA3-E698-E989B4376EB6}"/>
          </ac:cxnSpMkLst>
        </pc:cxnChg>
        <pc:cxnChg chg="add mod">
          <ac:chgData name="MY PC" userId="39206a8bcfa4cbe9" providerId="LiveId" clId="{518070C4-C1EE-4AD2-977A-4E4B3EB7F0A5}" dt="2026-06-18T03:09:08.761" v="699" actId="14100"/>
          <ac:cxnSpMkLst>
            <pc:docMk/>
            <pc:sldMk cId="3302142068" sldId="257"/>
            <ac:cxnSpMk id="61" creationId="{FAA9D9BE-80E0-4F6A-945F-6C1A7D0BFF06}"/>
          </ac:cxnSpMkLst>
        </pc:cxnChg>
        <pc:cxnChg chg="add mod">
          <ac:chgData name="MY PC" userId="39206a8bcfa4cbe9" providerId="LiveId" clId="{518070C4-C1EE-4AD2-977A-4E4B3EB7F0A5}" dt="2026-06-18T03:11:20.980" v="839" actId="14100"/>
          <ac:cxnSpMkLst>
            <pc:docMk/>
            <pc:sldMk cId="3302142068" sldId="257"/>
            <ac:cxnSpMk id="68" creationId="{1E8C6E9B-295F-890F-A8DC-AA5E8EDD0A1A}"/>
          </ac:cxnSpMkLst>
        </pc:cxnChg>
        <pc:cxnChg chg="add mod">
          <ac:chgData name="MY PC" userId="39206a8bcfa4cbe9" providerId="LiveId" clId="{518070C4-C1EE-4AD2-977A-4E4B3EB7F0A5}" dt="2026-06-18T03:11:29.949" v="842" actId="14100"/>
          <ac:cxnSpMkLst>
            <pc:docMk/>
            <pc:sldMk cId="3302142068" sldId="257"/>
            <ac:cxnSpMk id="70" creationId="{EE625D4E-D9DC-2EBC-F9E1-D5D16A473B76}"/>
          </ac:cxnSpMkLst>
        </pc:cxnChg>
      </pc:sldChg>
      <pc:sldChg chg="addSp modSp new mod modAnim">
        <pc:chgData name="MY PC" userId="39206a8bcfa4cbe9" providerId="LiveId" clId="{518070C4-C1EE-4AD2-977A-4E4B3EB7F0A5}" dt="2026-06-18T11:00:35.051" v="4556"/>
        <pc:sldMkLst>
          <pc:docMk/>
          <pc:sldMk cId="1696394640" sldId="258"/>
        </pc:sldMkLst>
        <pc:spChg chg="add mod">
          <ac:chgData name="MY PC" userId="39206a8bcfa4cbe9" providerId="LiveId" clId="{518070C4-C1EE-4AD2-977A-4E4B3EB7F0A5}" dt="2026-06-18T02:56:21.388" v="289"/>
          <ac:spMkLst>
            <pc:docMk/>
            <pc:sldMk cId="1696394640" sldId="258"/>
            <ac:spMk id="2" creationId="{453E84D8-6D18-4897-763A-82ED474FC734}"/>
          </ac:spMkLst>
        </pc:spChg>
        <pc:spChg chg="add mod">
          <ac:chgData name="MY PC" userId="39206a8bcfa4cbe9" providerId="LiveId" clId="{518070C4-C1EE-4AD2-977A-4E4B3EB7F0A5}" dt="2026-06-18T03:32:24.434" v="1230" actId="2711"/>
          <ac:spMkLst>
            <pc:docMk/>
            <pc:sldMk cId="1696394640" sldId="258"/>
            <ac:spMk id="3" creationId="{8CBBCE9A-FDA6-44D2-1936-458D7B296B2B}"/>
          </ac:spMkLst>
        </pc:spChg>
        <pc:spChg chg="add mod">
          <ac:chgData name="MY PC" userId="39206a8bcfa4cbe9" providerId="LiveId" clId="{518070C4-C1EE-4AD2-977A-4E4B3EB7F0A5}" dt="2026-06-18T03:32:29.916" v="1231" actId="1076"/>
          <ac:spMkLst>
            <pc:docMk/>
            <pc:sldMk cId="1696394640" sldId="258"/>
            <ac:spMk id="4" creationId="{D7B26B89-B1D3-EB3B-2621-4CE00875F523}"/>
          </ac:spMkLst>
        </pc:spChg>
        <pc:spChg chg="add mod">
          <ac:chgData name="MY PC" userId="39206a8bcfa4cbe9" providerId="LiveId" clId="{518070C4-C1EE-4AD2-977A-4E4B3EB7F0A5}" dt="2026-06-18T03:25:09.480" v="1171" actId="1038"/>
          <ac:spMkLst>
            <pc:docMk/>
            <pc:sldMk cId="1696394640" sldId="258"/>
            <ac:spMk id="5" creationId="{15BD0CFE-1807-931B-9F2B-CFCD2D5A4D96}"/>
          </ac:spMkLst>
        </pc:spChg>
        <pc:spChg chg="add mod">
          <ac:chgData name="MY PC" userId="39206a8bcfa4cbe9" providerId="LiveId" clId="{518070C4-C1EE-4AD2-977A-4E4B3EB7F0A5}" dt="2026-06-18T03:30:17.688" v="1227"/>
          <ac:spMkLst>
            <pc:docMk/>
            <pc:sldMk cId="1696394640" sldId="258"/>
            <ac:spMk id="6" creationId="{C45CC810-C5F1-195D-7452-1672E62BB0AD}"/>
          </ac:spMkLst>
        </pc:spChg>
        <pc:spChg chg="add mod">
          <ac:chgData name="MY PC" userId="39206a8bcfa4cbe9" providerId="LiveId" clId="{518070C4-C1EE-4AD2-977A-4E4B3EB7F0A5}" dt="2026-06-18T10:14:54.186" v="4373" actId="1076"/>
          <ac:spMkLst>
            <pc:docMk/>
            <pc:sldMk cId="1696394640" sldId="258"/>
            <ac:spMk id="7" creationId="{FF517C48-2D7F-F62B-1C6C-DA8285F79ABA}"/>
          </ac:spMkLst>
        </pc:spChg>
      </pc:sldChg>
      <pc:sldChg chg="new del">
        <pc:chgData name="MY PC" userId="39206a8bcfa4cbe9" providerId="LiveId" clId="{518070C4-C1EE-4AD2-977A-4E4B3EB7F0A5}" dt="2026-06-18T02:52:56.710" v="269" actId="47"/>
        <pc:sldMkLst>
          <pc:docMk/>
          <pc:sldMk cId="3414865126" sldId="258"/>
        </pc:sldMkLst>
      </pc:sldChg>
      <pc:sldChg chg="new del">
        <pc:chgData name="MY PC" userId="39206a8bcfa4cbe9" providerId="LiveId" clId="{518070C4-C1EE-4AD2-977A-4E4B3EB7F0A5}" dt="2026-06-18T02:46:16.877" v="201" actId="47"/>
        <pc:sldMkLst>
          <pc:docMk/>
          <pc:sldMk cId="4122260872" sldId="258"/>
        </pc:sldMkLst>
      </pc:sldChg>
      <pc:sldChg chg="new del">
        <pc:chgData name="MY PC" userId="39206a8bcfa4cbe9" providerId="LiveId" clId="{518070C4-C1EE-4AD2-977A-4E4B3EB7F0A5}" dt="2026-06-18T02:46:16.460" v="200" actId="47"/>
        <pc:sldMkLst>
          <pc:docMk/>
          <pc:sldMk cId="783331897" sldId="259"/>
        </pc:sldMkLst>
      </pc:sldChg>
      <pc:sldChg chg="new del">
        <pc:chgData name="MY PC" userId="39206a8bcfa4cbe9" providerId="LiveId" clId="{518070C4-C1EE-4AD2-977A-4E4B3EB7F0A5}" dt="2026-06-18T02:52:56.136" v="268" actId="47"/>
        <pc:sldMkLst>
          <pc:docMk/>
          <pc:sldMk cId="2877214360" sldId="259"/>
        </pc:sldMkLst>
      </pc:sldChg>
      <pc:sldChg chg="addSp modSp new mod modAnim">
        <pc:chgData name="MY PC" userId="39206a8bcfa4cbe9" providerId="LiveId" clId="{518070C4-C1EE-4AD2-977A-4E4B3EB7F0A5}" dt="2026-06-18T11:00:56.483" v="4560"/>
        <pc:sldMkLst>
          <pc:docMk/>
          <pc:sldMk cId="3274177932" sldId="259"/>
        </pc:sldMkLst>
        <pc:spChg chg="add mod">
          <ac:chgData name="MY PC" userId="39206a8bcfa4cbe9" providerId="LiveId" clId="{518070C4-C1EE-4AD2-977A-4E4B3EB7F0A5}" dt="2026-06-18T03:34:28.012" v="1241" actId="1076"/>
          <ac:spMkLst>
            <pc:docMk/>
            <pc:sldMk cId="3274177932" sldId="259"/>
            <ac:spMk id="2" creationId="{A9993F74-80D4-2E8A-4E8D-85FF9C1E05AB}"/>
          </ac:spMkLst>
        </pc:spChg>
        <pc:spChg chg="add mod">
          <ac:chgData name="MY PC" userId="39206a8bcfa4cbe9" providerId="LiveId" clId="{518070C4-C1EE-4AD2-977A-4E4B3EB7F0A5}" dt="2026-06-18T03:33:46.878" v="1232"/>
          <ac:spMkLst>
            <pc:docMk/>
            <pc:sldMk cId="3274177932" sldId="259"/>
            <ac:spMk id="3" creationId="{95AE8FCA-17FB-F2A5-D4B1-FFFD50C09577}"/>
          </ac:spMkLst>
        </pc:spChg>
        <pc:spChg chg="add mod">
          <ac:chgData name="MY PC" userId="39206a8bcfa4cbe9" providerId="LiveId" clId="{518070C4-C1EE-4AD2-977A-4E4B3EB7F0A5}" dt="2026-06-18T04:18:56.270" v="1512" actId="20577"/>
          <ac:spMkLst>
            <pc:docMk/>
            <pc:sldMk cId="3274177932" sldId="259"/>
            <ac:spMk id="4" creationId="{95E4B2CE-1ED1-3172-BE02-46306BB31A3E}"/>
          </ac:spMkLst>
        </pc:spChg>
        <pc:spChg chg="add mod">
          <ac:chgData name="MY PC" userId="39206a8bcfa4cbe9" providerId="LiveId" clId="{518070C4-C1EE-4AD2-977A-4E4B3EB7F0A5}" dt="2026-06-18T04:15:01.990" v="1367" actId="1035"/>
          <ac:spMkLst>
            <pc:docMk/>
            <pc:sldMk cId="3274177932" sldId="259"/>
            <ac:spMk id="5" creationId="{C4FE85AD-571B-5CB0-D12A-8EC8D42DB263}"/>
          </ac:spMkLst>
        </pc:spChg>
        <pc:spChg chg="add mod">
          <ac:chgData name="MY PC" userId="39206a8bcfa4cbe9" providerId="LiveId" clId="{518070C4-C1EE-4AD2-977A-4E4B3EB7F0A5}" dt="2026-06-18T10:15:13.082" v="4375" actId="1076"/>
          <ac:spMkLst>
            <pc:docMk/>
            <pc:sldMk cId="3274177932" sldId="259"/>
            <ac:spMk id="6" creationId="{B6F3A614-C528-D24D-8269-E8E4CC9DA697}"/>
          </ac:spMkLst>
        </pc:spChg>
        <pc:spChg chg="add mod">
          <ac:chgData name="MY PC" userId="39206a8bcfa4cbe9" providerId="LiveId" clId="{518070C4-C1EE-4AD2-977A-4E4B3EB7F0A5}" dt="2026-06-18T03:37:11.902" v="1277"/>
          <ac:spMkLst>
            <pc:docMk/>
            <pc:sldMk cId="3274177932" sldId="259"/>
            <ac:spMk id="7" creationId="{6B185868-B633-20BD-3825-83B609D37509}"/>
          </ac:spMkLst>
        </pc:spChg>
        <pc:spChg chg="add mod">
          <ac:chgData name="MY PC" userId="39206a8bcfa4cbe9" providerId="LiveId" clId="{518070C4-C1EE-4AD2-977A-4E4B3EB7F0A5}" dt="2026-06-18T10:15:28.381" v="4377" actId="1076"/>
          <ac:spMkLst>
            <pc:docMk/>
            <pc:sldMk cId="3274177932" sldId="259"/>
            <ac:spMk id="7" creationId="{9E152CE2-5A74-75F2-F2D0-911D6C631A14}"/>
          </ac:spMkLst>
        </pc:spChg>
        <pc:spChg chg="add mod">
          <ac:chgData name="MY PC" userId="39206a8bcfa4cbe9" providerId="LiveId" clId="{518070C4-C1EE-4AD2-977A-4E4B3EB7F0A5}" dt="2026-06-18T03:37:11.902" v="1277"/>
          <ac:spMkLst>
            <pc:docMk/>
            <pc:sldMk cId="3274177932" sldId="259"/>
            <ac:spMk id="8" creationId="{E8E9C418-8837-0B69-93B2-8D81AB9FBF7C}"/>
          </ac:spMkLst>
        </pc:spChg>
        <pc:spChg chg="add mod">
          <ac:chgData name="MY PC" userId="39206a8bcfa4cbe9" providerId="LiveId" clId="{518070C4-C1EE-4AD2-977A-4E4B3EB7F0A5}" dt="2026-06-18T03:37:11.902" v="1277"/>
          <ac:spMkLst>
            <pc:docMk/>
            <pc:sldMk cId="3274177932" sldId="259"/>
            <ac:spMk id="9" creationId="{69B2B303-8146-DBCC-08FD-BE4887906C00}"/>
          </ac:spMkLst>
        </pc:spChg>
        <pc:spChg chg="add mod">
          <ac:chgData name="MY PC" userId="39206a8bcfa4cbe9" providerId="LiveId" clId="{518070C4-C1EE-4AD2-977A-4E4B3EB7F0A5}" dt="2026-06-18T03:37:11.902" v="1277"/>
          <ac:spMkLst>
            <pc:docMk/>
            <pc:sldMk cId="3274177932" sldId="259"/>
            <ac:spMk id="10" creationId="{AA12CF2C-5A77-A54D-6B02-09BB1A7CFBE1}"/>
          </ac:spMkLst>
        </pc:spChg>
        <pc:spChg chg="add mod">
          <ac:chgData name="MY PC" userId="39206a8bcfa4cbe9" providerId="LiveId" clId="{518070C4-C1EE-4AD2-977A-4E4B3EB7F0A5}" dt="2026-06-18T03:37:11.902" v="1277"/>
          <ac:spMkLst>
            <pc:docMk/>
            <pc:sldMk cId="3274177932" sldId="259"/>
            <ac:spMk id="11" creationId="{2B48B5A4-15F2-2C1A-D0FD-B4A204EA329B}"/>
          </ac:spMkLst>
        </pc:spChg>
        <pc:spChg chg="add mod">
          <ac:chgData name="MY PC" userId="39206a8bcfa4cbe9" providerId="LiveId" clId="{518070C4-C1EE-4AD2-977A-4E4B3EB7F0A5}" dt="2026-06-18T04:15:06.819" v="1387" actId="1035"/>
          <ac:spMkLst>
            <pc:docMk/>
            <pc:sldMk cId="3274177932" sldId="259"/>
            <ac:spMk id="12" creationId="{4D6215C6-D964-0752-2569-A8CC061BEF3F}"/>
          </ac:spMkLst>
        </pc:spChg>
        <pc:spChg chg="add mod">
          <ac:chgData name="MY PC" userId="39206a8bcfa4cbe9" providerId="LiveId" clId="{518070C4-C1EE-4AD2-977A-4E4B3EB7F0A5}" dt="2026-06-18T04:11:40.226" v="1302" actId="1076"/>
          <ac:spMkLst>
            <pc:docMk/>
            <pc:sldMk cId="3274177932" sldId="259"/>
            <ac:spMk id="13" creationId="{97DE63D0-F4A8-F7B3-D9C1-7361E563F04A}"/>
          </ac:spMkLst>
        </pc:spChg>
        <pc:spChg chg="add mod">
          <ac:chgData name="MY PC" userId="39206a8bcfa4cbe9" providerId="LiveId" clId="{518070C4-C1EE-4AD2-977A-4E4B3EB7F0A5}" dt="2026-06-18T04:11:40.226" v="1302" actId="1076"/>
          <ac:spMkLst>
            <pc:docMk/>
            <pc:sldMk cId="3274177932" sldId="259"/>
            <ac:spMk id="14" creationId="{5935DF8C-A206-20D8-C838-EB6CF9F2F7CD}"/>
          </ac:spMkLst>
        </pc:spChg>
        <pc:spChg chg="add mod">
          <ac:chgData name="MY PC" userId="39206a8bcfa4cbe9" providerId="LiveId" clId="{518070C4-C1EE-4AD2-977A-4E4B3EB7F0A5}" dt="2026-06-18T04:12:16.326" v="1307" actId="1076"/>
          <ac:spMkLst>
            <pc:docMk/>
            <pc:sldMk cId="3274177932" sldId="259"/>
            <ac:spMk id="15" creationId="{85DF2443-8147-72BA-F7CE-3C110D3CD5AD}"/>
          </ac:spMkLst>
        </pc:spChg>
        <pc:spChg chg="add mod">
          <ac:chgData name="MY PC" userId="39206a8bcfa4cbe9" providerId="LiveId" clId="{518070C4-C1EE-4AD2-977A-4E4B3EB7F0A5}" dt="2026-06-18T04:12:16.326" v="1307" actId="1076"/>
          <ac:spMkLst>
            <pc:docMk/>
            <pc:sldMk cId="3274177932" sldId="259"/>
            <ac:spMk id="16" creationId="{0513B457-977B-D602-EE55-E1DCAAA1B9A2}"/>
          </ac:spMkLst>
        </pc:spChg>
        <pc:spChg chg="add mod">
          <ac:chgData name="MY PC" userId="39206a8bcfa4cbe9" providerId="LiveId" clId="{518070C4-C1EE-4AD2-977A-4E4B3EB7F0A5}" dt="2026-06-18T04:15:10.713" v="1405" actId="1035"/>
          <ac:spMkLst>
            <pc:docMk/>
            <pc:sldMk cId="3274177932" sldId="259"/>
            <ac:spMk id="17" creationId="{C3961DA7-3403-68A7-E410-D34CB8E7DA3C}"/>
          </ac:spMkLst>
        </pc:spChg>
        <pc:spChg chg="add mod">
          <ac:chgData name="MY PC" userId="39206a8bcfa4cbe9" providerId="LiveId" clId="{518070C4-C1EE-4AD2-977A-4E4B3EB7F0A5}" dt="2026-06-18T04:15:26.714" v="1423" actId="14100"/>
          <ac:spMkLst>
            <pc:docMk/>
            <pc:sldMk cId="3274177932" sldId="259"/>
            <ac:spMk id="18" creationId="{A37D4E62-FB3B-A067-1B31-CA076A9E1943}"/>
          </ac:spMkLst>
        </pc:spChg>
        <pc:spChg chg="add mod">
          <ac:chgData name="MY PC" userId="39206a8bcfa4cbe9" providerId="LiveId" clId="{518070C4-C1EE-4AD2-977A-4E4B3EB7F0A5}" dt="2026-06-18T04:15:19.003" v="1422" actId="1035"/>
          <ac:spMkLst>
            <pc:docMk/>
            <pc:sldMk cId="3274177932" sldId="259"/>
            <ac:spMk id="19" creationId="{98E574E7-7C85-7F45-DBBF-CB464703FFF2}"/>
          </ac:spMkLst>
        </pc:spChg>
        <pc:picChg chg="add mod">
          <ac:chgData name="MY PC" userId="39206a8bcfa4cbe9" providerId="LiveId" clId="{518070C4-C1EE-4AD2-977A-4E4B3EB7F0A5}" dt="2026-06-18T03:37:11.902" v="1277"/>
          <ac:picMkLst>
            <pc:docMk/>
            <pc:sldMk cId="3274177932" sldId="259"/>
            <ac:picMk id="6" creationId="{8BB11BF6-AC9B-011C-F43C-92761D365F23}"/>
          </ac:picMkLst>
        </pc:picChg>
      </pc:sldChg>
      <pc:sldChg chg="addSp delSp modSp new mod modAnim">
        <pc:chgData name="MY PC" userId="39206a8bcfa4cbe9" providerId="LiveId" clId="{518070C4-C1EE-4AD2-977A-4E4B3EB7F0A5}" dt="2026-06-18T11:01:40.613" v="4564"/>
        <pc:sldMkLst>
          <pc:docMk/>
          <pc:sldMk cId="236131252" sldId="260"/>
        </pc:sldMkLst>
        <pc:spChg chg="add mod">
          <ac:chgData name="MY PC" userId="39206a8bcfa4cbe9" providerId="LiveId" clId="{518070C4-C1EE-4AD2-977A-4E4B3EB7F0A5}" dt="2026-06-18T10:15:51.628" v="4382" actId="1076"/>
          <ac:spMkLst>
            <pc:docMk/>
            <pc:sldMk cId="236131252" sldId="260"/>
            <ac:spMk id="2" creationId="{AD87F6A6-D249-D7D7-C1E3-9007B01C9C91}"/>
          </ac:spMkLst>
        </pc:spChg>
        <pc:spChg chg="add mod">
          <ac:chgData name="MY PC" userId="39206a8bcfa4cbe9" providerId="LiveId" clId="{518070C4-C1EE-4AD2-977A-4E4B3EB7F0A5}" dt="2026-06-18T03:33:50.710" v="1233"/>
          <ac:spMkLst>
            <pc:docMk/>
            <pc:sldMk cId="236131252" sldId="260"/>
            <ac:spMk id="3" creationId="{8E83886B-0959-8B9D-C5F6-801050F3B243}"/>
          </ac:spMkLst>
        </pc:spChg>
        <pc:spChg chg="add mod">
          <ac:chgData name="MY PC" userId="39206a8bcfa4cbe9" providerId="LiveId" clId="{518070C4-C1EE-4AD2-977A-4E4B3EB7F0A5}" dt="2026-06-18T04:19:51.276" v="1535" actId="403"/>
          <ac:spMkLst>
            <pc:docMk/>
            <pc:sldMk cId="236131252" sldId="260"/>
            <ac:spMk id="4" creationId="{87DC3CED-EB9B-FE10-D72A-09C1B67F78E5}"/>
          </ac:spMkLst>
        </pc:spChg>
        <pc:spChg chg="add mod">
          <ac:chgData name="MY PC" userId="39206a8bcfa4cbe9" providerId="LiveId" clId="{518070C4-C1EE-4AD2-977A-4E4B3EB7F0A5}" dt="2026-06-18T04:20:25.042" v="1548" actId="1076"/>
          <ac:spMkLst>
            <pc:docMk/>
            <pc:sldMk cId="236131252" sldId="260"/>
            <ac:spMk id="5" creationId="{E27F29E8-2870-B183-1AA1-FED2E12D2797}"/>
          </ac:spMkLst>
        </pc:spChg>
        <pc:spChg chg="add mod">
          <ac:chgData name="MY PC" userId="39206a8bcfa4cbe9" providerId="LiveId" clId="{518070C4-C1EE-4AD2-977A-4E4B3EB7F0A5}" dt="2026-06-18T04:20:39.117" v="1556" actId="14100"/>
          <ac:spMkLst>
            <pc:docMk/>
            <pc:sldMk cId="236131252" sldId="260"/>
            <ac:spMk id="6" creationId="{C120D8ED-62BD-ADC8-0466-D8C040F7C2A8}"/>
          </ac:spMkLst>
        </pc:spChg>
        <pc:spChg chg="add mod">
          <ac:chgData name="MY PC" userId="39206a8bcfa4cbe9" providerId="LiveId" clId="{518070C4-C1EE-4AD2-977A-4E4B3EB7F0A5}" dt="2026-06-18T04:24:51.933" v="1777" actId="1076"/>
          <ac:spMkLst>
            <pc:docMk/>
            <pc:sldMk cId="236131252" sldId="260"/>
            <ac:spMk id="7" creationId="{23429012-45A8-A221-0D2E-7B29B551AA81}"/>
          </ac:spMkLst>
        </pc:spChg>
        <pc:spChg chg="mod">
          <ac:chgData name="MY PC" userId="39206a8bcfa4cbe9" providerId="LiveId" clId="{518070C4-C1EE-4AD2-977A-4E4B3EB7F0A5}" dt="2026-06-18T04:24:54.305" v="1778" actId="1076"/>
          <ac:spMkLst>
            <pc:docMk/>
            <pc:sldMk cId="236131252" sldId="260"/>
            <ac:spMk id="8" creationId="{7F4923F0-D983-CF91-8D4A-EC3217F3B437}"/>
          </ac:spMkLst>
        </pc:spChg>
        <pc:spChg chg="mod">
          <ac:chgData name="MY PC" userId="39206a8bcfa4cbe9" providerId="LiveId" clId="{518070C4-C1EE-4AD2-977A-4E4B3EB7F0A5}" dt="2026-06-18T04:25:43.105" v="1794"/>
          <ac:spMkLst>
            <pc:docMk/>
            <pc:sldMk cId="236131252" sldId="260"/>
            <ac:spMk id="9" creationId="{DDF7E995-AE9B-2C45-1351-4668EC6D680C}"/>
          </ac:spMkLst>
        </pc:spChg>
        <pc:spChg chg="add mod">
          <ac:chgData name="MY PC" userId="39206a8bcfa4cbe9" providerId="LiveId" clId="{518070C4-C1EE-4AD2-977A-4E4B3EB7F0A5}" dt="2026-06-18T04:26:20.572" v="1797" actId="1076"/>
          <ac:spMkLst>
            <pc:docMk/>
            <pc:sldMk cId="236131252" sldId="260"/>
            <ac:spMk id="10" creationId="{6066DCC2-0E80-294B-FEAC-9A8E42AA4A3B}"/>
          </ac:spMkLst>
        </pc:spChg>
        <pc:spChg chg="add mod">
          <ac:chgData name="MY PC" userId="39206a8bcfa4cbe9" providerId="LiveId" clId="{518070C4-C1EE-4AD2-977A-4E4B3EB7F0A5}" dt="2026-06-18T04:24:58.996" v="1779" actId="1076"/>
          <ac:spMkLst>
            <pc:docMk/>
            <pc:sldMk cId="236131252" sldId="260"/>
            <ac:spMk id="11" creationId="{6D3218AF-37B6-AD2B-BAF9-77146DB21EF1}"/>
          </ac:spMkLst>
        </pc:spChg>
        <pc:spChg chg="mod">
          <ac:chgData name="MY PC" userId="39206a8bcfa4cbe9" providerId="LiveId" clId="{518070C4-C1EE-4AD2-977A-4E4B3EB7F0A5}" dt="2026-06-18T04:25:02.278" v="1780" actId="1076"/>
          <ac:spMkLst>
            <pc:docMk/>
            <pc:sldMk cId="236131252" sldId="260"/>
            <ac:spMk id="12" creationId="{21DDD94F-EB18-DD9B-F957-00B748D7A04A}"/>
          </ac:spMkLst>
        </pc:spChg>
        <pc:spChg chg="add mod">
          <ac:chgData name="MY PC" userId="39206a8bcfa4cbe9" providerId="LiveId" clId="{518070C4-C1EE-4AD2-977A-4E4B3EB7F0A5}" dt="2026-06-18T04:25:43.105" v="1794"/>
          <ac:spMkLst>
            <pc:docMk/>
            <pc:sldMk cId="236131252" sldId="260"/>
            <ac:spMk id="13" creationId="{4FDCBA12-6B0D-C58B-6E24-F0EC226A1D2D}"/>
          </ac:spMkLst>
        </pc:spChg>
        <pc:spChg chg="add del mod">
          <ac:chgData name="MY PC" userId="39206a8bcfa4cbe9" providerId="LiveId" clId="{518070C4-C1EE-4AD2-977A-4E4B3EB7F0A5}" dt="2026-06-18T04:24:17.647" v="1764" actId="478"/>
          <ac:spMkLst>
            <pc:docMk/>
            <pc:sldMk cId="236131252" sldId="260"/>
            <ac:spMk id="14" creationId="{4B9FE333-887B-8643-FC08-954161F591E5}"/>
          </ac:spMkLst>
        </pc:spChg>
        <pc:spChg chg="add mod">
          <ac:chgData name="MY PC" userId="39206a8bcfa4cbe9" providerId="LiveId" clId="{518070C4-C1EE-4AD2-977A-4E4B3EB7F0A5}" dt="2026-06-18T10:16:38.394" v="4384" actId="1076"/>
          <ac:spMkLst>
            <pc:docMk/>
            <pc:sldMk cId="236131252" sldId="260"/>
            <ac:spMk id="14" creationId="{A1A6FAE3-DA8B-644F-7712-15EB668197CB}"/>
          </ac:spMkLst>
        </pc:spChg>
        <pc:spChg chg="add mod">
          <ac:chgData name="MY PC" userId="39206a8bcfa4cbe9" providerId="LiveId" clId="{518070C4-C1EE-4AD2-977A-4E4B3EB7F0A5}" dt="2026-06-18T04:25:06.184" v="1781" actId="1076"/>
          <ac:spMkLst>
            <pc:docMk/>
            <pc:sldMk cId="236131252" sldId="260"/>
            <ac:spMk id="15" creationId="{7F68BFDD-D262-E2FF-F5F0-CC720F38D444}"/>
          </ac:spMkLst>
        </pc:spChg>
        <pc:spChg chg="mod">
          <ac:chgData name="MY PC" userId="39206a8bcfa4cbe9" providerId="LiveId" clId="{518070C4-C1EE-4AD2-977A-4E4B3EB7F0A5}" dt="2026-06-18T04:25:51.161" v="1796" actId="1076"/>
          <ac:spMkLst>
            <pc:docMk/>
            <pc:sldMk cId="236131252" sldId="260"/>
            <ac:spMk id="16" creationId="{3B6F792F-5E7A-3F76-C351-2EE3A8B04C5E}"/>
          </ac:spMkLst>
        </pc:spChg>
        <pc:spChg chg="add mod">
          <ac:chgData name="MY PC" userId="39206a8bcfa4cbe9" providerId="LiveId" clId="{518070C4-C1EE-4AD2-977A-4E4B3EB7F0A5}" dt="2026-06-18T04:25:43.105" v="1794"/>
          <ac:spMkLst>
            <pc:docMk/>
            <pc:sldMk cId="236131252" sldId="260"/>
            <ac:spMk id="17" creationId="{A01C3F4D-E1D5-05BF-1DB3-5B2FAA572115}"/>
          </ac:spMkLst>
        </pc:spChg>
        <pc:spChg chg="add mod ord">
          <ac:chgData name="MY PC" userId="39206a8bcfa4cbe9" providerId="LiveId" clId="{518070C4-C1EE-4AD2-977A-4E4B3EB7F0A5}" dt="2026-06-18T04:25:33.246" v="1792" actId="1076"/>
          <ac:spMkLst>
            <pc:docMk/>
            <pc:sldMk cId="236131252" sldId="260"/>
            <ac:spMk id="18" creationId="{0B3C51F3-BA6D-FA9F-6A9B-E2373B1C6D61}"/>
          </ac:spMkLst>
        </pc:spChg>
        <pc:spChg chg="add mod">
          <ac:chgData name="MY PC" userId="39206a8bcfa4cbe9" providerId="LiveId" clId="{518070C4-C1EE-4AD2-977A-4E4B3EB7F0A5}" dt="2026-06-18T04:19:09.575" v="1515" actId="20577"/>
          <ac:spMkLst>
            <pc:docMk/>
            <pc:sldMk cId="236131252" sldId="260"/>
            <ac:spMk id="19" creationId="{292DB332-A5FB-6031-5D8A-63C93A4CC014}"/>
          </ac:spMkLst>
        </pc:spChg>
        <pc:spChg chg="add mod">
          <ac:chgData name="MY PC" userId="39206a8bcfa4cbe9" providerId="LiveId" clId="{518070C4-C1EE-4AD2-977A-4E4B3EB7F0A5}" dt="2026-06-18T10:16:58.335" v="4386" actId="1076"/>
          <ac:spMkLst>
            <pc:docMk/>
            <pc:sldMk cId="236131252" sldId="260"/>
            <ac:spMk id="20" creationId="{35089778-B380-CCC6-5807-28C5F2123476}"/>
          </ac:spMkLst>
        </pc:spChg>
        <pc:spChg chg="add mod">
          <ac:chgData name="MY PC" userId="39206a8bcfa4cbe9" providerId="LiveId" clId="{518070C4-C1EE-4AD2-977A-4E4B3EB7F0A5}" dt="2026-06-18T04:22:23.340" v="1604" actId="571"/>
          <ac:spMkLst>
            <pc:docMk/>
            <pc:sldMk cId="236131252" sldId="260"/>
            <ac:spMk id="20" creationId="{F26CCE52-3C80-AE8A-AB2C-68679380DCB8}"/>
          </ac:spMkLst>
        </pc:spChg>
        <pc:spChg chg="add mod">
          <ac:chgData name="MY PC" userId="39206a8bcfa4cbe9" providerId="LiveId" clId="{518070C4-C1EE-4AD2-977A-4E4B3EB7F0A5}" dt="2026-06-18T04:22:23.340" v="1604" actId="571"/>
          <ac:spMkLst>
            <pc:docMk/>
            <pc:sldMk cId="236131252" sldId="260"/>
            <ac:spMk id="21" creationId="{E262B156-21B4-8695-9B5E-D1465BE3ED05}"/>
          </ac:spMkLst>
        </pc:spChg>
        <pc:spChg chg="add mod">
          <ac:chgData name="MY PC" userId="39206a8bcfa4cbe9" providerId="LiveId" clId="{518070C4-C1EE-4AD2-977A-4E4B3EB7F0A5}" dt="2026-06-18T04:22:23.340" v="1604" actId="571"/>
          <ac:spMkLst>
            <pc:docMk/>
            <pc:sldMk cId="236131252" sldId="260"/>
            <ac:spMk id="22" creationId="{71539A59-6285-87CC-735A-40F3CCCFA116}"/>
          </ac:spMkLst>
        </pc:spChg>
        <pc:spChg chg="add mod">
          <ac:chgData name="MY PC" userId="39206a8bcfa4cbe9" providerId="LiveId" clId="{518070C4-C1EE-4AD2-977A-4E4B3EB7F0A5}" dt="2026-06-18T04:23:46.351" v="1707" actId="571"/>
          <ac:spMkLst>
            <pc:docMk/>
            <pc:sldMk cId="236131252" sldId="260"/>
            <ac:spMk id="23" creationId="{296BB50C-239E-0099-D31D-BA4BF5BCC176}"/>
          </ac:spMkLst>
        </pc:spChg>
        <pc:spChg chg="add mod">
          <ac:chgData name="MY PC" userId="39206a8bcfa4cbe9" providerId="LiveId" clId="{518070C4-C1EE-4AD2-977A-4E4B3EB7F0A5}" dt="2026-06-18T04:23:46.351" v="1707" actId="571"/>
          <ac:spMkLst>
            <pc:docMk/>
            <pc:sldMk cId="236131252" sldId="260"/>
            <ac:spMk id="24" creationId="{FC57E129-8200-345F-2900-11290D3EBF69}"/>
          </ac:spMkLst>
        </pc:spChg>
        <pc:spChg chg="add mod">
          <ac:chgData name="MY PC" userId="39206a8bcfa4cbe9" providerId="LiveId" clId="{518070C4-C1EE-4AD2-977A-4E4B3EB7F0A5}" dt="2026-06-18T04:23:46.351" v="1707" actId="571"/>
          <ac:spMkLst>
            <pc:docMk/>
            <pc:sldMk cId="236131252" sldId="260"/>
            <ac:spMk id="25" creationId="{8501EDD9-C242-E0A1-E420-DD88A0303290}"/>
          </ac:spMkLst>
        </pc:spChg>
        <pc:spChg chg="add mod ord">
          <ac:chgData name="MY PC" userId="39206a8bcfa4cbe9" providerId="LiveId" clId="{518070C4-C1EE-4AD2-977A-4E4B3EB7F0A5}" dt="2026-06-18T04:26:25.128" v="1798" actId="1076"/>
          <ac:spMkLst>
            <pc:docMk/>
            <pc:sldMk cId="236131252" sldId="260"/>
            <ac:spMk id="26" creationId="{71DAA605-0B75-4A4A-EC31-EF5865B0681D}"/>
          </ac:spMkLst>
        </pc:spChg>
      </pc:sldChg>
      <pc:sldChg chg="new del">
        <pc:chgData name="MY PC" userId="39206a8bcfa4cbe9" providerId="LiveId" clId="{518070C4-C1EE-4AD2-977A-4E4B3EB7F0A5}" dt="2026-06-18T02:52:55.962" v="267" actId="47"/>
        <pc:sldMkLst>
          <pc:docMk/>
          <pc:sldMk cId="732782091" sldId="260"/>
        </pc:sldMkLst>
      </pc:sldChg>
      <pc:sldChg chg="new del">
        <pc:chgData name="MY PC" userId="39206a8bcfa4cbe9" providerId="LiveId" clId="{518070C4-C1EE-4AD2-977A-4E4B3EB7F0A5}" dt="2026-06-18T02:46:16.294" v="199" actId="47"/>
        <pc:sldMkLst>
          <pc:docMk/>
          <pc:sldMk cId="1229459218" sldId="260"/>
        </pc:sldMkLst>
      </pc:sldChg>
      <pc:sldChg chg="new del">
        <pc:chgData name="MY PC" userId="39206a8bcfa4cbe9" providerId="LiveId" clId="{518070C4-C1EE-4AD2-977A-4E4B3EB7F0A5}" dt="2026-06-18T02:46:16.103" v="198" actId="47"/>
        <pc:sldMkLst>
          <pc:docMk/>
          <pc:sldMk cId="1326897353" sldId="261"/>
        </pc:sldMkLst>
      </pc:sldChg>
      <pc:sldChg chg="new del">
        <pc:chgData name="MY PC" userId="39206a8bcfa4cbe9" providerId="LiveId" clId="{518070C4-C1EE-4AD2-977A-4E4B3EB7F0A5}" dt="2026-06-18T02:52:55.778" v="266" actId="47"/>
        <pc:sldMkLst>
          <pc:docMk/>
          <pc:sldMk cId="3093166984" sldId="261"/>
        </pc:sldMkLst>
      </pc:sldChg>
      <pc:sldChg chg="addSp modSp new mod modAnim">
        <pc:chgData name="MY PC" userId="39206a8bcfa4cbe9" providerId="LiveId" clId="{518070C4-C1EE-4AD2-977A-4E4B3EB7F0A5}" dt="2026-06-18T11:02:42.388" v="4575"/>
        <pc:sldMkLst>
          <pc:docMk/>
          <pc:sldMk cId="3402447986" sldId="261"/>
        </pc:sldMkLst>
        <pc:spChg chg="add mod">
          <ac:chgData name="MY PC" userId="39206a8bcfa4cbe9" providerId="LiveId" clId="{518070C4-C1EE-4AD2-977A-4E4B3EB7F0A5}" dt="2026-06-18T04:28:31.865" v="1800" actId="1076"/>
          <ac:spMkLst>
            <pc:docMk/>
            <pc:sldMk cId="3402447986" sldId="261"/>
            <ac:spMk id="2" creationId="{732AE485-D25B-F4FF-E339-6C404169C585}"/>
          </ac:spMkLst>
        </pc:spChg>
        <pc:spChg chg="add mod">
          <ac:chgData name="MY PC" userId="39206a8bcfa4cbe9" providerId="LiveId" clId="{518070C4-C1EE-4AD2-977A-4E4B3EB7F0A5}" dt="2026-06-18T03:33:52.278" v="1234"/>
          <ac:spMkLst>
            <pc:docMk/>
            <pc:sldMk cId="3402447986" sldId="261"/>
            <ac:spMk id="3" creationId="{5CBCF346-39D2-13F5-6CF1-C99BD5139403}"/>
          </ac:spMkLst>
        </pc:spChg>
        <pc:spChg chg="add mod">
          <ac:chgData name="MY PC" userId="39206a8bcfa4cbe9" providerId="LiveId" clId="{518070C4-C1EE-4AD2-977A-4E4B3EB7F0A5}" dt="2026-06-18T04:34:37.559" v="1880" actId="1076"/>
          <ac:spMkLst>
            <pc:docMk/>
            <pc:sldMk cId="3402447986" sldId="261"/>
            <ac:spMk id="4" creationId="{0221A2E3-1E2E-8146-DFD9-E09564FA70BD}"/>
          </ac:spMkLst>
        </pc:spChg>
        <pc:spChg chg="add mod">
          <ac:chgData name="MY PC" userId="39206a8bcfa4cbe9" providerId="LiveId" clId="{518070C4-C1EE-4AD2-977A-4E4B3EB7F0A5}" dt="2026-06-18T04:29:20.538" v="1817" actId="20577"/>
          <ac:spMkLst>
            <pc:docMk/>
            <pc:sldMk cId="3402447986" sldId="261"/>
            <ac:spMk id="5" creationId="{8EC34DAA-796E-A930-8135-1358D84224D5}"/>
          </ac:spMkLst>
        </pc:spChg>
        <pc:spChg chg="add mod">
          <ac:chgData name="MY PC" userId="39206a8bcfa4cbe9" providerId="LiveId" clId="{518070C4-C1EE-4AD2-977A-4E4B3EB7F0A5}" dt="2026-06-18T10:17:24.325" v="4474" actId="1035"/>
          <ac:spMkLst>
            <pc:docMk/>
            <pc:sldMk cId="3402447986" sldId="261"/>
            <ac:spMk id="7" creationId="{95F6A8D5-72EB-E8D3-A4B4-0EDD202B497D}"/>
          </ac:spMkLst>
        </pc:spChg>
        <pc:spChg chg="add mod">
          <ac:chgData name="MY PC" userId="39206a8bcfa4cbe9" providerId="LiveId" clId="{518070C4-C1EE-4AD2-977A-4E4B3EB7F0A5}" dt="2026-06-18T04:34:49.682" v="1883" actId="404"/>
          <ac:spMkLst>
            <pc:docMk/>
            <pc:sldMk cId="3402447986" sldId="261"/>
            <ac:spMk id="8" creationId="{A61980B7-C8FA-1411-DEB4-55C50C4A8288}"/>
          </ac:spMkLst>
        </pc:spChg>
        <pc:spChg chg="add mod">
          <ac:chgData name="MY PC" userId="39206a8bcfa4cbe9" providerId="LiveId" clId="{518070C4-C1EE-4AD2-977A-4E4B3EB7F0A5}" dt="2026-06-18T04:35:47.932" v="1888" actId="14100"/>
          <ac:spMkLst>
            <pc:docMk/>
            <pc:sldMk cId="3402447986" sldId="261"/>
            <ac:spMk id="9" creationId="{7E8DCB2B-6809-E41A-5F82-12FAB9425C7A}"/>
          </ac:spMkLst>
        </pc:spChg>
        <pc:spChg chg="add mod">
          <ac:chgData name="MY PC" userId="39206a8bcfa4cbe9" providerId="LiveId" clId="{518070C4-C1EE-4AD2-977A-4E4B3EB7F0A5}" dt="2026-06-18T10:18:17.742" v="4482" actId="1076"/>
          <ac:spMkLst>
            <pc:docMk/>
            <pc:sldMk cId="3402447986" sldId="261"/>
            <ac:spMk id="10" creationId="{FE8D5C32-6F5C-677B-E100-C0245165979E}"/>
          </ac:spMkLst>
        </pc:spChg>
        <pc:graphicFrameChg chg="add mod">
          <ac:chgData name="MY PC" userId="39206a8bcfa4cbe9" providerId="LiveId" clId="{518070C4-C1EE-4AD2-977A-4E4B3EB7F0A5}" dt="2026-06-18T10:17:13.604" v="4388" actId="1076"/>
          <ac:graphicFrameMkLst>
            <pc:docMk/>
            <pc:sldMk cId="3402447986" sldId="261"/>
            <ac:graphicFrameMk id="6" creationId="{204F4094-0384-EE9C-3EA1-52B81BCD753A}"/>
          </ac:graphicFrameMkLst>
        </pc:graphicFrameChg>
      </pc:sldChg>
      <pc:sldChg chg="addSp modSp new mod modAnim">
        <pc:chgData name="MY PC" userId="39206a8bcfa4cbe9" providerId="LiveId" clId="{518070C4-C1EE-4AD2-977A-4E4B3EB7F0A5}" dt="2026-06-18T11:03:16.419" v="4577"/>
        <pc:sldMkLst>
          <pc:docMk/>
          <pc:sldMk cId="2487353227" sldId="262"/>
        </pc:sldMkLst>
        <pc:spChg chg="add mod">
          <ac:chgData name="MY PC" userId="39206a8bcfa4cbe9" providerId="LiveId" clId="{518070C4-C1EE-4AD2-977A-4E4B3EB7F0A5}" dt="2026-06-18T02:56:25.356" v="293"/>
          <ac:spMkLst>
            <pc:docMk/>
            <pc:sldMk cId="2487353227" sldId="262"/>
            <ac:spMk id="2" creationId="{E2A74F89-7006-FD35-86E8-3386EFB69003}"/>
          </ac:spMkLst>
        </pc:spChg>
        <pc:spChg chg="add mod">
          <ac:chgData name="MY PC" userId="39206a8bcfa4cbe9" providerId="LiveId" clId="{518070C4-C1EE-4AD2-977A-4E4B3EB7F0A5}" dt="2026-06-18T03:33:54.181" v="1235"/>
          <ac:spMkLst>
            <pc:docMk/>
            <pc:sldMk cId="2487353227" sldId="262"/>
            <ac:spMk id="3" creationId="{38FA4D74-7CE7-DA17-7A39-ED680CCC67FD}"/>
          </ac:spMkLst>
        </pc:spChg>
        <pc:spChg chg="add mod">
          <ac:chgData name="MY PC" userId="39206a8bcfa4cbe9" providerId="LiveId" clId="{518070C4-C1EE-4AD2-977A-4E4B3EB7F0A5}" dt="2026-06-18T04:40:39.431" v="2030" actId="404"/>
          <ac:spMkLst>
            <pc:docMk/>
            <pc:sldMk cId="2487353227" sldId="262"/>
            <ac:spMk id="4" creationId="{1320C626-D26B-CBB3-004D-3B9D7C25FFD6}"/>
          </ac:spMkLst>
        </pc:spChg>
        <pc:spChg chg="add mod">
          <ac:chgData name="MY PC" userId="39206a8bcfa4cbe9" providerId="LiveId" clId="{518070C4-C1EE-4AD2-977A-4E4B3EB7F0A5}" dt="2026-06-18T04:39:59.315" v="2003" actId="2711"/>
          <ac:spMkLst>
            <pc:docMk/>
            <pc:sldMk cId="2487353227" sldId="262"/>
            <ac:spMk id="5" creationId="{2754E28F-D483-999D-4F55-F30FF8FB0361}"/>
          </ac:spMkLst>
        </pc:spChg>
        <pc:spChg chg="add mod">
          <ac:chgData name="MY PC" userId="39206a8bcfa4cbe9" providerId="LiveId" clId="{518070C4-C1EE-4AD2-977A-4E4B3EB7F0A5}" dt="2026-06-18T04:44:09.622" v="2085" actId="1037"/>
          <ac:spMkLst>
            <pc:docMk/>
            <pc:sldMk cId="2487353227" sldId="262"/>
            <ac:spMk id="6" creationId="{70E3F90E-5B31-8BEB-591C-E2C7E306BB5B}"/>
          </ac:spMkLst>
        </pc:spChg>
        <pc:spChg chg="add mod">
          <ac:chgData name="MY PC" userId="39206a8bcfa4cbe9" providerId="LiveId" clId="{518070C4-C1EE-4AD2-977A-4E4B3EB7F0A5}" dt="2026-06-18T04:44:09.622" v="2085" actId="1037"/>
          <ac:spMkLst>
            <pc:docMk/>
            <pc:sldMk cId="2487353227" sldId="262"/>
            <ac:spMk id="7" creationId="{2E736350-A7EC-B0FA-D3B3-47B95AF6459E}"/>
          </ac:spMkLst>
        </pc:spChg>
        <pc:spChg chg="add mod">
          <ac:chgData name="MY PC" userId="39206a8bcfa4cbe9" providerId="LiveId" clId="{518070C4-C1EE-4AD2-977A-4E4B3EB7F0A5}" dt="2026-06-18T04:43:55.221" v="2062" actId="1076"/>
          <ac:spMkLst>
            <pc:docMk/>
            <pc:sldMk cId="2487353227" sldId="262"/>
            <ac:spMk id="8" creationId="{191E8950-B17E-D42E-0422-B24F18150B9B}"/>
          </ac:spMkLst>
        </pc:spChg>
        <pc:spChg chg="add mod">
          <ac:chgData name="MY PC" userId="39206a8bcfa4cbe9" providerId="LiveId" clId="{518070C4-C1EE-4AD2-977A-4E4B3EB7F0A5}" dt="2026-06-18T10:17:37.893" v="4476" actId="1076"/>
          <ac:spMkLst>
            <pc:docMk/>
            <pc:sldMk cId="2487353227" sldId="262"/>
            <ac:spMk id="9" creationId="{B9BB02C5-2BE5-78CF-CBDF-928AAE0344EF}"/>
          </ac:spMkLst>
        </pc:spChg>
        <pc:spChg chg="add mod">
          <ac:chgData name="MY PC" userId="39206a8bcfa4cbe9" providerId="LiveId" clId="{518070C4-C1EE-4AD2-977A-4E4B3EB7F0A5}" dt="2026-06-18T10:17:52.612" v="4478" actId="1076"/>
          <ac:spMkLst>
            <pc:docMk/>
            <pc:sldMk cId="2487353227" sldId="262"/>
            <ac:spMk id="10" creationId="{DDF9DC64-9526-981F-BEAE-16E9CEDEC51D}"/>
          </ac:spMkLst>
        </pc:spChg>
        <pc:spChg chg="add mod">
          <ac:chgData name="MY PC" userId="39206a8bcfa4cbe9" providerId="LiveId" clId="{518070C4-C1EE-4AD2-977A-4E4B3EB7F0A5}" dt="2026-06-18T10:18:31.652" v="4487" actId="1076"/>
          <ac:spMkLst>
            <pc:docMk/>
            <pc:sldMk cId="2487353227" sldId="262"/>
            <ac:spMk id="11" creationId="{A269B8DC-A760-98F1-1BB6-9333404E3FA1}"/>
          </ac:spMkLst>
        </pc:spChg>
      </pc:sldChg>
      <pc:sldChg chg="new del">
        <pc:chgData name="MY PC" userId="39206a8bcfa4cbe9" providerId="LiveId" clId="{518070C4-C1EE-4AD2-977A-4E4B3EB7F0A5}" dt="2026-06-18T02:46:15.907" v="197" actId="47"/>
        <pc:sldMkLst>
          <pc:docMk/>
          <pc:sldMk cId="3843091842" sldId="262"/>
        </pc:sldMkLst>
      </pc:sldChg>
      <pc:sldChg chg="new del">
        <pc:chgData name="MY PC" userId="39206a8bcfa4cbe9" providerId="LiveId" clId="{518070C4-C1EE-4AD2-977A-4E4B3EB7F0A5}" dt="2026-06-18T02:52:55.622" v="265" actId="47"/>
        <pc:sldMkLst>
          <pc:docMk/>
          <pc:sldMk cId="3887493318" sldId="262"/>
        </pc:sldMkLst>
      </pc:sldChg>
      <pc:sldChg chg="new del">
        <pc:chgData name="MY PC" userId="39206a8bcfa4cbe9" providerId="LiveId" clId="{518070C4-C1EE-4AD2-977A-4E4B3EB7F0A5}" dt="2026-06-18T02:46:15.613" v="196" actId="47"/>
        <pc:sldMkLst>
          <pc:docMk/>
          <pc:sldMk cId="2377461116" sldId="263"/>
        </pc:sldMkLst>
      </pc:sldChg>
      <pc:sldChg chg="addSp modSp new mod modAnim">
        <pc:chgData name="MY PC" userId="39206a8bcfa4cbe9" providerId="LiveId" clId="{518070C4-C1EE-4AD2-977A-4E4B3EB7F0A5}" dt="2026-06-18T11:03:33.571" v="4579"/>
        <pc:sldMkLst>
          <pc:docMk/>
          <pc:sldMk cId="3681688362" sldId="263"/>
        </pc:sldMkLst>
        <pc:spChg chg="add mod">
          <ac:chgData name="MY PC" userId="39206a8bcfa4cbe9" providerId="LiveId" clId="{518070C4-C1EE-4AD2-977A-4E4B3EB7F0A5}" dt="2026-06-18T02:56:29.571" v="298"/>
          <ac:spMkLst>
            <pc:docMk/>
            <pc:sldMk cId="3681688362" sldId="263"/>
            <ac:spMk id="2" creationId="{F87439E4-7792-7143-3A2E-279274AB0E30}"/>
          </ac:spMkLst>
        </pc:spChg>
        <pc:spChg chg="add mod">
          <ac:chgData name="MY PC" userId="39206a8bcfa4cbe9" providerId="LiveId" clId="{518070C4-C1EE-4AD2-977A-4E4B3EB7F0A5}" dt="2026-06-18T03:33:55.662" v="1236"/>
          <ac:spMkLst>
            <pc:docMk/>
            <pc:sldMk cId="3681688362" sldId="263"/>
            <ac:spMk id="3" creationId="{B875AC49-7DFC-29D5-7AC0-AE93982EB601}"/>
          </ac:spMkLst>
        </pc:spChg>
        <pc:spChg chg="add mod">
          <ac:chgData name="MY PC" userId="39206a8bcfa4cbe9" providerId="LiveId" clId="{518070C4-C1EE-4AD2-977A-4E4B3EB7F0A5}" dt="2026-06-18T04:48:07.556" v="2120" actId="1076"/>
          <ac:spMkLst>
            <pc:docMk/>
            <pc:sldMk cId="3681688362" sldId="263"/>
            <ac:spMk id="4" creationId="{77A70086-E93D-65E3-15DD-6EBF0D83E132}"/>
          </ac:spMkLst>
        </pc:spChg>
        <pc:spChg chg="add mod">
          <ac:chgData name="MY PC" userId="39206a8bcfa4cbe9" providerId="LiveId" clId="{518070C4-C1EE-4AD2-977A-4E4B3EB7F0A5}" dt="2026-06-18T04:47:35.412" v="2093" actId="14100"/>
          <ac:spMkLst>
            <pc:docMk/>
            <pc:sldMk cId="3681688362" sldId="263"/>
            <ac:spMk id="5" creationId="{8986FD14-27EE-4C56-0E7C-43C1A65717F9}"/>
          </ac:spMkLst>
        </pc:spChg>
        <pc:spChg chg="add mod">
          <ac:chgData name="MY PC" userId="39206a8bcfa4cbe9" providerId="LiveId" clId="{518070C4-C1EE-4AD2-977A-4E4B3EB7F0A5}" dt="2026-06-18T04:48:24.593" v="2126" actId="115"/>
          <ac:spMkLst>
            <pc:docMk/>
            <pc:sldMk cId="3681688362" sldId="263"/>
            <ac:spMk id="6" creationId="{7A9E4E94-B146-CAE6-593E-A22DB196811E}"/>
          </ac:spMkLst>
        </pc:spChg>
        <pc:spChg chg="add mod">
          <ac:chgData name="MY PC" userId="39206a8bcfa4cbe9" providerId="LiveId" clId="{518070C4-C1EE-4AD2-977A-4E4B3EB7F0A5}" dt="2026-06-18T10:18:41.187" v="4491" actId="1076"/>
          <ac:spMkLst>
            <pc:docMk/>
            <pc:sldMk cId="3681688362" sldId="263"/>
            <ac:spMk id="7" creationId="{450A81A8-03EE-36B1-9BA8-F1E3E446497C}"/>
          </ac:spMkLst>
        </pc:spChg>
        <pc:spChg chg="add mod">
          <ac:chgData name="MY PC" userId="39206a8bcfa4cbe9" providerId="LiveId" clId="{518070C4-C1EE-4AD2-977A-4E4B3EB7F0A5}" dt="2026-06-18T04:48:39.911" v="2127"/>
          <ac:spMkLst>
            <pc:docMk/>
            <pc:sldMk cId="3681688362" sldId="263"/>
            <ac:spMk id="7" creationId="{715CE018-A66D-C987-0751-191A24CF49A7}"/>
          </ac:spMkLst>
        </pc:spChg>
        <pc:spChg chg="add mod">
          <ac:chgData name="MY PC" userId="39206a8bcfa4cbe9" providerId="LiveId" clId="{518070C4-C1EE-4AD2-977A-4E4B3EB7F0A5}" dt="2026-06-18T10:18:45.597" v="4493" actId="1076"/>
          <ac:spMkLst>
            <pc:docMk/>
            <pc:sldMk cId="3681688362" sldId="263"/>
            <ac:spMk id="8" creationId="{4F8D8284-3762-ACB4-4479-FEC620600487}"/>
          </ac:spMkLst>
        </pc:spChg>
        <pc:spChg chg="add mod">
          <ac:chgData name="MY PC" userId="39206a8bcfa4cbe9" providerId="LiveId" clId="{518070C4-C1EE-4AD2-977A-4E4B3EB7F0A5}" dt="2026-06-18T04:48:39.911" v="2127"/>
          <ac:spMkLst>
            <pc:docMk/>
            <pc:sldMk cId="3681688362" sldId="263"/>
            <ac:spMk id="8" creationId="{AE44FC37-1DEC-41B0-1349-68CABF735D7E}"/>
          </ac:spMkLst>
        </pc:spChg>
        <pc:spChg chg="add mod">
          <ac:chgData name="MY PC" userId="39206a8bcfa4cbe9" providerId="LiveId" clId="{518070C4-C1EE-4AD2-977A-4E4B3EB7F0A5}" dt="2026-06-18T04:48:39.911" v="2127"/>
          <ac:spMkLst>
            <pc:docMk/>
            <pc:sldMk cId="3681688362" sldId="263"/>
            <ac:spMk id="9" creationId="{F61C8CF8-FEFA-7B97-B756-332513155A41}"/>
          </ac:spMkLst>
        </pc:spChg>
        <pc:graphicFrameChg chg="add mod modGraphic">
          <ac:chgData name="MY PC" userId="39206a8bcfa4cbe9" providerId="LiveId" clId="{518070C4-C1EE-4AD2-977A-4E4B3EB7F0A5}" dt="2026-06-18T04:50:37.939" v="2156" actId="1076"/>
          <ac:graphicFrameMkLst>
            <pc:docMk/>
            <pc:sldMk cId="3681688362" sldId="263"/>
            <ac:graphicFrameMk id="10" creationId="{7CADE7A0-2399-641C-A93D-D3250478026A}"/>
          </ac:graphicFrameMkLst>
        </pc:graphicFrameChg>
      </pc:sldChg>
      <pc:sldChg chg="new del">
        <pc:chgData name="MY PC" userId="39206a8bcfa4cbe9" providerId="LiveId" clId="{518070C4-C1EE-4AD2-977A-4E4B3EB7F0A5}" dt="2026-06-18T02:52:55.457" v="264" actId="47"/>
        <pc:sldMkLst>
          <pc:docMk/>
          <pc:sldMk cId="4264022133" sldId="263"/>
        </pc:sldMkLst>
      </pc:sldChg>
      <pc:sldChg chg="addSp modSp new mod modAnim">
        <pc:chgData name="MY PC" userId="39206a8bcfa4cbe9" providerId="LiveId" clId="{518070C4-C1EE-4AD2-977A-4E4B3EB7F0A5}" dt="2026-06-18T11:03:46.082" v="4581"/>
        <pc:sldMkLst>
          <pc:docMk/>
          <pc:sldMk cId="406493790" sldId="264"/>
        </pc:sldMkLst>
        <pc:spChg chg="add mod">
          <ac:chgData name="MY PC" userId="39206a8bcfa4cbe9" providerId="LiveId" clId="{518070C4-C1EE-4AD2-977A-4E4B3EB7F0A5}" dt="2026-06-18T04:52:55.559" v="2188" actId="1076"/>
          <ac:spMkLst>
            <pc:docMk/>
            <pc:sldMk cId="406493790" sldId="264"/>
            <ac:spMk id="2" creationId="{817D54A5-2BBE-D10F-F2B9-41D15EC03CEA}"/>
          </ac:spMkLst>
        </pc:spChg>
        <pc:spChg chg="add mod">
          <ac:chgData name="MY PC" userId="39206a8bcfa4cbe9" providerId="LiveId" clId="{518070C4-C1EE-4AD2-977A-4E4B3EB7F0A5}" dt="2026-06-18T03:33:57.470" v="1237"/>
          <ac:spMkLst>
            <pc:docMk/>
            <pc:sldMk cId="406493790" sldId="264"/>
            <ac:spMk id="3" creationId="{70841FBC-662A-B621-DDC2-7EC9CFF987D1}"/>
          </ac:spMkLst>
        </pc:spChg>
        <pc:spChg chg="add mod">
          <ac:chgData name="MY PC" userId="39206a8bcfa4cbe9" providerId="LiveId" clId="{518070C4-C1EE-4AD2-977A-4E4B3EB7F0A5}" dt="2026-06-18T04:51:21.277" v="2159" actId="20577"/>
          <ac:spMkLst>
            <pc:docMk/>
            <pc:sldMk cId="406493790" sldId="264"/>
            <ac:spMk id="4" creationId="{6DC1B43D-B78D-11B2-D9EF-ED57FB26215B}"/>
          </ac:spMkLst>
        </pc:spChg>
        <pc:spChg chg="add mod">
          <ac:chgData name="MY PC" userId="39206a8bcfa4cbe9" providerId="LiveId" clId="{518070C4-C1EE-4AD2-977A-4E4B3EB7F0A5}" dt="2026-06-18T04:51:49.668" v="2171" actId="14100"/>
          <ac:spMkLst>
            <pc:docMk/>
            <pc:sldMk cId="406493790" sldId="264"/>
            <ac:spMk id="5" creationId="{6ABFE6E2-CAD9-C6D6-55F7-0834FB4F5E33}"/>
          </ac:spMkLst>
        </pc:spChg>
        <pc:spChg chg="add mod">
          <ac:chgData name="MY PC" userId="39206a8bcfa4cbe9" providerId="LiveId" clId="{518070C4-C1EE-4AD2-977A-4E4B3EB7F0A5}" dt="2026-06-18T04:58:30.187" v="2196" actId="20577"/>
          <ac:spMkLst>
            <pc:docMk/>
            <pc:sldMk cId="406493790" sldId="264"/>
            <ac:spMk id="6" creationId="{5D5EFA3B-E8A1-B606-BFBD-B0AA8988BFA9}"/>
          </ac:spMkLst>
        </pc:spChg>
        <pc:spChg chg="add mod">
          <ac:chgData name="MY PC" userId="39206a8bcfa4cbe9" providerId="LiveId" clId="{518070C4-C1EE-4AD2-977A-4E4B3EB7F0A5}" dt="2026-06-18T10:19:02.907" v="4495" actId="1076"/>
          <ac:spMkLst>
            <pc:docMk/>
            <pc:sldMk cId="406493790" sldId="264"/>
            <ac:spMk id="7" creationId="{A049EB7E-765F-643A-8E94-E2F2BF0E6F8E}"/>
          </ac:spMkLst>
        </pc:spChg>
        <pc:spChg chg="add mod">
          <ac:chgData name="MY PC" userId="39206a8bcfa4cbe9" providerId="LiveId" clId="{518070C4-C1EE-4AD2-977A-4E4B3EB7F0A5}" dt="2026-06-18T10:19:15.572" v="4498" actId="1076"/>
          <ac:spMkLst>
            <pc:docMk/>
            <pc:sldMk cId="406493790" sldId="264"/>
            <ac:spMk id="8" creationId="{CAA422FA-DBB8-444F-A574-B553B51C1603}"/>
          </ac:spMkLst>
        </pc:spChg>
      </pc:sldChg>
      <pc:sldChg chg="new del">
        <pc:chgData name="MY PC" userId="39206a8bcfa4cbe9" providerId="LiveId" clId="{518070C4-C1EE-4AD2-977A-4E4B3EB7F0A5}" dt="2026-06-18T02:52:55.309" v="263" actId="47"/>
        <pc:sldMkLst>
          <pc:docMk/>
          <pc:sldMk cId="3434847415" sldId="264"/>
        </pc:sldMkLst>
      </pc:sldChg>
      <pc:sldChg chg="new del">
        <pc:chgData name="MY PC" userId="39206a8bcfa4cbe9" providerId="LiveId" clId="{518070C4-C1EE-4AD2-977A-4E4B3EB7F0A5}" dt="2026-06-18T02:52:55.156" v="262" actId="47"/>
        <pc:sldMkLst>
          <pc:docMk/>
          <pc:sldMk cId="559903082" sldId="265"/>
        </pc:sldMkLst>
      </pc:sldChg>
      <pc:sldChg chg="addSp delSp modSp new mod modAnim">
        <pc:chgData name="MY PC" userId="39206a8bcfa4cbe9" providerId="LiveId" clId="{518070C4-C1EE-4AD2-977A-4E4B3EB7F0A5}" dt="2026-06-18T11:04:01.034" v="4583"/>
        <pc:sldMkLst>
          <pc:docMk/>
          <pc:sldMk cId="1727947334" sldId="265"/>
        </pc:sldMkLst>
        <pc:spChg chg="add mod">
          <ac:chgData name="MY PC" userId="39206a8bcfa4cbe9" providerId="LiveId" clId="{518070C4-C1EE-4AD2-977A-4E4B3EB7F0A5}" dt="2026-06-18T10:19:48.315" v="4507" actId="1038"/>
          <ac:spMkLst>
            <pc:docMk/>
            <pc:sldMk cId="1727947334" sldId="265"/>
            <ac:spMk id="2" creationId="{3007EDD4-FD53-273A-76CB-A7622271A1C3}"/>
          </ac:spMkLst>
        </pc:spChg>
        <pc:spChg chg="add mod">
          <ac:chgData name="MY PC" userId="39206a8bcfa4cbe9" providerId="LiveId" clId="{518070C4-C1EE-4AD2-977A-4E4B3EB7F0A5}" dt="2026-06-18T03:33:59.526" v="1238"/>
          <ac:spMkLst>
            <pc:docMk/>
            <pc:sldMk cId="1727947334" sldId="265"/>
            <ac:spMk id="3" creationId="{48F18F5E-7566-1E80-35F9-946D0F0EAF30}"/>
          </ac:spMkLst>
        </pc:spChg>
        <pc:spChg chg="add mod">
          <ac:chgData name="MY PC" userId="39206a8bcfa4cbe9" providerId="LiveId" clId="{518070C4-C1EE-4AD2-977A-4E4B3EB7F0A5}" dt="2026-06-18T10:19:35.434" v="4502" actId="1076"/>
          <ac:spMkLst>
            <pc:docMk/>
            <pc:sldMk cId="1727947334" sldId="265"/>
            <ac:spMk id="4" creationId="{6FBA0CEB-625A-65C3-D551-36D9A5395CFF}"/>
          </ac:spMkLst>
        </pc:spChg>
        <pc:spChg chg="add del mod">
          <ac:chgData name="MY PC" userId="39206a8bcfa4cbe9" providerId="LiveId" clId="{518070C4-C1EE-4AD2-977A-4E4B3EB7F0A5}" dt="2026-06-18T04:59:49.590" v="2208" actId="478"/>
          <ac:spMkLst>
            <pc:docMk/>
            <pc:sldMk cId="1727947334" sldId="265"/>
            <ac:spMk id="4" creationId="{F34330A1-5DF1-A3D0-82C8-9914B89D056C}"/>
          </ac:spMkLst>
        </pc:spChg>
        <pc:spChg chg="add mod">
          <ac:chgData name="MY PC" userId="39206a8bcfa4cbe9" providerId="LiveId" clId="{518070C4-C1EE-4AD2-977A-4E4B3EB7F0A5}" dt="2026-06-18T04:59:45.388" v="2206" actId="2711"/>
          <ac:spMkLst>
            <pc:docMk/>
            <pc:sldMk cId="1727947334" sldId="265"/>
            <ac:spMk id="5" creationId="{F43F3A07-D299-6E93-8050-001A030CE77E}"/>
          </ac:spMkLst>
        </pc:spChg>
        <pc:spChg chg="add mod">
          <ac:chgData name="MY PC" userId="39206a8bcfa4cbe9" providerId="LiveId" clId="{518070C4-C1EE-4AD2-977A-4E4B3EB7F0A5}" dt="2026-06-18T05:00:00.796" v="2211" actId="20577"/>
          <ac:spMkLst>
            <pc:docMk/>
            <pc:sldMk cId="1727947334" sldId="265"/>
            <ac:spMk id="6" creationId="{1662319B-4D06-471F-0213-7CDB30000BC0}"/>
          </ac:spMkLst>
        </pc:spChg>
        <pc:spChg chg="add mod">
          <ac:chgData name="MY PC" userId="39206a8bcfa4cbe9" providerId="LiveId" clId="{518070C4-C1EE-4AD2-977A-4E4B3EB7F0A5}" dt="2026-06-18T05:01:37.753" v="2231" actId="1076"/>
          <ac:spMkLst>
            <pc:docMk/>
            <pc:sldMk cId="1727947334" sldId="265"/>
            <ac:spMk id="7" creationId="{B8E04CFC-F514-AB8B-0CDA-85C91C98AF6D}"/>
          </ac:spMkLst>
        </pc:spChg>
        <pc:spChg chg="add mod">
          <ac:chgData name="MY PC" userId="39206a8bcfa4cbe9" providerId="LiveId" clId="{518070C4-C1EE-4AD2-977A-4E4B3EB7F0A5}" dt="2026-06-18T10:19:43.586" v="4505" actId="1076"/>
          <ac:spMkLst>
            <pc:docMk/>
            <pc:sldMk cId="1727947334" sldId="265"/>
            <ac:spMk id="8" creationId="{8826DDAC-21AE-FADC-A479-DCD01D67E38A}"/>
          </ac:spMkLst>
        </pc:spChg>
      </pc:sldChg>
      <pc:sldChg chg="new del">
        <pc:chgData name="MY PC" userId="39206a8bcfa4cbe9" providerId="LiveId" clId="{518070C4-C1EE-4AD2-977A-4E4B3EB7F0A5}" dt="2026-06-18T02:52:55.028" v="261" actId="47"/>
        <pc:sldMkLst>
          <pc:docMk/>
          <pc:sldMk cId="3520410478" sldId="266"/>
        </pc:sldMkLst>
      </pc:sldChg>
      <pc:sldChg chg="addSp delSp modSp new mod modAnim">
        <pc:chgData name="MY PC" userId="39206a8bcfa4cbe9" providerId="LiveId" clId="{518070C4-C1EE-4AD2-977A-4E4B3EB7F0A5}" dt="2026-06-18T11:18:23.228" v="4659"/>
        <pc:sldMkLst>
          <pc:docMk/>
          <pc:sldMk cId="3577970844" sldId="266"/>
        </pc:sldMkLst>
        <pc:spChg chg="add mod">
          <ac:chgData name="MY PC" userId="39206a8bcfa4cbe9" providerId="LiveId" clId="{518070C4-C1EE-4AD2-977A-4E4B3EB7F0A5}" dt="2026-06-18T09:02:19.183" v="2753" actId="1076"/>
          <ac:spMkLst>
            <pc:docMk/>
            <pc:sldMk cId="3577970844" sldId="266"/>
            <ac:spMk id="2" creationId="{1D032EA0-963C-8D1E-6E3C-3E8D64C12FB5}"/>
          </ac:spMkLst>
        </pc:spChg>
        <pc:spChg chg="mod">
          <ac:chgData name="MY PC" userId="39206a8bcfa4cbe9" providerId="LiveId" clId="{518070C4-C1EE-4AD2-977A-4E4B3EB7F0A5}" dt="2026-06-18T05:06:25.655" v="2332" actId="14100"/>
          <ac:spMkLst>
            <pc:docMk/>
            <pc:sldMk cId="3577970844" sldId="266"/>
            <ac:spMk id="3" creationId="{00E5A1F0-9BE8-2896-ACC9-9630D98AEA25}"/>
          </ac:spMkLst>
        </pc:spChg>
        <pc:spChg chg="add mod">
          <ac:chgData name="MY PC" userId="39206a8bcfa4cbe9" providerId="LiveId" clId="{518070C4-C1EE-4AD2-977A-4E4B3EB7F0A5}" dt="2026-06-18T05:08:12.215" v="2357" actId="1076"/>
          <ac:spMkLst>
            <pc:docMk/>
            <pc:sldMk cId="3577970844" sldId="266"/>
            <ac:spMk id="4" creationId="{A0D90A68-442F-ADDC-A046-C59C982858E9}"/>
          </ac:spMkLst>
        </pc:spChg>
        <pc:spChg chg="add mod">
          <ac:chgData name="MY PC" userId="39206a8bcfa4cbe9" providerId="LiveId" clId="{518070C4-C1EE-4AD2-977A-4E4B3EB7F0A5}" dt="2026-06-18T05:04:26.793" v="2299" actId="1038"/>
          <ac:spMkLst>
            <pc:docMk/>
            <pc:sldMk cId="3577970844" sldId="266"/>
            <ac:spMk id="6" creationId="{A4EFE60A-291A-086E-8841-82D4DBC6572F}"/>
          </ac:spMkLst>
        </pc:spChg>
        <pc:spChg chg="add mod">
          <ac:chgData name="MY PC" userId="39206a8bcfa4cbe9" providerId="LiveId" clId="{518070C4-C1EE-4AD2-977A-4E4B3EB7F0A5}" dt="2026-06-18T05:08:08.980" v="2356" actId="1076"/>
          <ac:spMkLst>
            <pc:docMk/>
            <pc:sldMk cId="3577970844" sldId="266"/>
            <ac:spMk id="7" creationId="{21B32A97-2C09-AED1-D7D9-2AA3138EA78A}"/>
          </ac:spMkLst>
        </pc:spChg>
        <pc:spChg chg="add mod">
          <ac:chgData name="MY PC" userId="39206a8bcfa4cbe9" providerId="LiveId" clId="{518070C4-C1EE-4AD2-977A-4E4B3EB7F0A5}" dt="2026-06-18T08:57:31.032" v="2521" actId="1076"/>
          <ac:spMkLst>
            <pc:docMk/>
            <pc:sldMk cId="3577970844" sldId="266"/>
            <ac:spMk id="8" creationId="{0CE3AD92-90C2-E169-96CA-4D8739C89EC6}"/>
          </ac:spMkLst>
        </pc:spChg>
        <pc:spChg chg="add mod">
          <ac:chgData name="MY PC" userId="39206a8bcfa4cbe9" providerId="LiveId" clId="{518070C4-C1EE-4AD2-977A-4E4B3EB7F0A5}" dt="2026-06-18T08:56:39.908" v="2513"/>
          <ac:spMkLst>
            <pc:docMk/>
            <pc:sldMk cId="3577970844" sldId="266"/>
            <ac:spMk id="9" creationId="{2E2E8EC3-CD35-1E8C-088D-B7561B8413B1}"/>
          </ac:spMkLst>
        </pc:spChg>
        <pc:spChg chg="add del mod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9" creationId="{5E3E46FA-5282-FA95-4D09-1E35351F96C7}"/>
          </ac:spMkLst>
        </pc:spChg>
        <pc:spChg chg="add mod">
          <ac:chgData name="MY PC" userId="39206a8bcfa4cbe9" providerId="LiveId" clId="{518070C4-C1EE-4AD2-977A-4E4B3EB7F0A5}" dt="2026-06-18T08:59:30.799" v="2548"/>
          <ac:spMkLst>
            <pc:docMk/>
            <pc:sldMk cId="3577970844" sldId="266"/>
            <ac:spMk id="10" creationId="{BB452D8B-083D-0DA5-0A11-02F8D41D62F9}"/>
          </ac:spMkLst>
        </pc:spChg>
        <pc:spChg chg="add del mod">
          <ac:chgData name="MY PC" userId="39206a8bcfa4cbe9" providerId="LiveId" clId="{518070C4-C1EE-4AD2-977A-4E4B3EB7F0A5}" dt="2026-06-18T05:07:00.545" v="2336" actId="478"/>
          <ac:spMkLst>
            <pc:docMk/>
            <pc:sldMk cId="3577970844" sldId="266"/>
            <ac:spMk id="10" creationId="{D136540A-BB7C-C2F5-BE6E-87402A5305F4}"/>
          </ac:spMkLst>
        </pc:spChg>
        <pc:spChg chg="add mod">
          <ac:chgData name="MY PC" userId="39206a8bcfa4cbe9" providerId="LiveId" clId="{518070C4-C1EE-4AD2-977A-4E4B3EB7F0A5}" dt="2026-06-18T08:58:58.490" v="2538" actId="404"/>
          <ac:spMkLst>
            <pc:docMk/>
            <pc:sldMk cId="3577970844" sldId="266"/>
            <ac:spMk id="11" creationId="{773795EF-A7D6-750D-9BA9-0E6FC13302F6}"/>
          </ac:spMkLst>
        </pc:spChg>
        <pc:spChg chg="del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11" creationId="{DB756216-B6F5-DC64-0AA0-FA415DF3B274}"/>
          </ac:spMkLst>
        </pc:spChg>
        <pc:spChg chg="del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12" creationId="{5A33B892-848A-5F11-862E-8945DB12515D}"/>
          </ac:spMkLst>
        </pc:spChg>
        <pc:spChg chg="add mod">
          <ac:chgData name="MY PC" userId="39206a8bcfa4cbe9" providerId="LiveId" clId="{518070C4-C1EE-4AD2-977A-4E4B3EB7F0A5}" dt="2026-06-18T09:01:02.941" v="2676" actId="1038"/>
          <ac:spMkLst>
            <pc:docMk/>
            <pc:sldMk cId="3577970844" sldId="266"/>
            <ac:spMk id="12" creationId="{7B99BC10-72DB-472F-7CB3-1D8652ECB4AB}"/>
          </ac:spMkLst>
        </pc:spChg>
        <pc:spChg chg="add mod">
          <ac:chgData name="MY PC" userId="39206a8bcfa4cbe9" providerId="LiveId" clId="{518070C4-C1EE-4AD2-977A-4E4B3EB7F0A5}" dt="2026-06-18T09:00:21.945" v="2657"/>
          <ac:spMkLst>
            <pc:docMk/>
            <pc:sldMk cId="3577970844" sldId="266"/>
            <ac:spMk id="13" creationId="{54C24DE4-409A-A4AD-D238-64D8F87981CA}"/>
          </ac:spMkLst>
        </pc:spChg>
        <pc:spChg chg="add del mod">
          <ac:chgData name="MY PC" userId="39206a8bcfa4cbe9" providerId="LiveId" clId="{518070C4-C1EE-4AD2-977A-4E4B3EB7F0A5}" dt="2026-06-18T05:07:00.545" v="2336" actId="478"/>
          <ac:spMkLst>
            <pc:docMk/>
            <pc:sldMk cId="3577970844" sldId="266"/>
            <ac:spMk id="13" creationId="{F08FD361-9B2C-17CE-1453-9D58B764B813}"/>
          </ac:spMkLst>
        </pc:spChg>
        <pc:spChg chg="add del mod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14" creationId="{18585ADE-D787-B964-668C-19322BC8EB8F}"/>
          </ac:spMkLst>
        </pc:spChg>
        <pc:spChg chg="add mod">
          <ac:chgData name="MY PC" userId="39206a8bcfa4cbe9" providerId="LiveId" clId="{518070C4-C1EE-4AD2-977A-4E4B3EB7F0A5}" dt="2026-06-18T10:20:14.842" v="4511" actId="1076"/>
          <ac:spMkLst>
            <pc:docMk/>
            <pc:sldMk cId="3577970844" sldId="266"/>
            <ac:spMk id="14" creationId="{5682674F-A25D-0866-5A4E-8EA9D1F85F4B}"/>
          </ac:spMkLst>
        </pc:spChg>
        <pc:spChg chg="del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15" creationId="{A10788FC-A98B-DC8C-93C5-66F3BB5EF84C}"/>
          </ac:spMkLst>
        </pc:spChg>
        <pc:spChg chg="del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16" creationId="{A3BD1158-292E-2786-6B8F-31631174975D}"/>
          </ac:spMkLst>
        </pc:spChg>
        <pc:spChg chg="del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17" creationId="{157E8775-B625-A6EC-0AA8-2680FE294D95}"/>
          </ac:spMkLst>
        </pc:spChg>
        <pc:spChg chg="add del mod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18" creationId="{B3E64BD9-3F6C-1919-4497-12681CCCAE53}"/>
          </ac:spMkLst>
        </pc:spChg>
        <pc:spChg chg="add 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19" creationId="{7D964B7C-69DB-752F-5DF8-60CE3639782E}"/>
          </ac:spMkLst>
        </pc:spChg>
        <pc:spChg chg="add del mod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19" creationId="{CB77C8C7-2803-B725-6B22-BF9CF88F9CDD}"/>
          </ac:spMkLst>
        </pc:spChg>
        <pc:spChg chg="del">
          <ac:chgData name="MY PC" userId="39206a8bcfa4cbe9" providerId="LiveId" clId="{518070C4-C1EE-4AD2-977A-4E4B3EB7F0A5}" dt="2026-06-18T05:06:51.394" v="2333" actId="478"/>
          <ac:spMkLst>
            <pc:docMk/>
            <pc:sldMk cId="3577970844" sldId="266"/>
            <ac:spMk id="20" creationId="{1E9DBC50-6C65-9B12-DCDE-FCC99F9FAFDB}"/>
          </ac:spMkLst>
        </pc:spChg>
        <pc:spChg chg="add 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20" creationId="{79A7036D-FFF0-167E-8DBF-AF3B887C5349}"/>
          </ac:spMkLst>
        </pc:spChg>
        <pc:spChg chg="add mod">
          <ac:chgData name="MY PC" userId="39206a8bcfa4cbe9" providerId="LiveId" clId="{518070C4-C1EE-4AD2-977A-4E4B3EB7F0A5}" dt="2026-06-18T05:04:34.517" v="2300"/>
          <ac:spMkLst>
            <pc:docMk/>
            <pc:sldMk cId="3577970844" sldId="266"/>
            <ac:spMk id="21" creationId="{3FAE6484-20F0-6780-F0E2-4181DE138DA0}"/>
          </ac:spMkLst>
        </pc:spChg>
        <pc:spChg chg="add mod">
          <ac:chgData name="MY PC" userId="39206a8bcfa4cbe9" providerId="LiveId" clId="{518070C4-C1EE-4AD2-977A-4E4B3EB7F0A5}" dt="2026-06-18T05:05:59.324" v="2322" actId="20577"/>
          <ac:spMkLst>
            <pc:docMk/>
            <pc:sldMk cId="3577970844" sldId="266"/>
            <ac:spMk id="22" creationId="{207A637B-AD16-D903-1118-A223BC586F00}"/>
          </ac:spMkLst>
        </pc:spChg>
        <pc:spChg chg="add mod">
          <ac:chgData name="MY PC" userId="39206a8bcfa4cbe9" providerId="LiveId" clId="{518070C4-C1EE-4AD2-977A-4E4B3EB7F0A5}" dt="2026-06-18T05:08:23.793" v="2359" actId="1076"/>
          <ac:spMkLst>
            <pc:docMk/>
            <pc:sldMk cId="3577970844" sldId="266"/>
            <ac:spMk id="23" creationId="{68727DE0-53C8-3D90-97E4-ED08E4880B08}"/>
          </ac:spMkLst>
        </pc:spChg>
        <pc:spChg chg="add mod">
          <ac:chgData name="MY PC" userId="39206a8bcfa4cbe9" providerId="LiveId" clId="{518070C4-C1EE-4AD2-977A-4E4B3EB7F0A5}" dt="2026-06-18T05:09:46.520" v="2401" actId="20577"/>
          <ac:spMkLst>
            <pc:docMk/>
            <pc:sldMk cId="3577970844" sldId="266"/>
            <ac:spMk id="24" creationId="{87DDDB10-51B3-B6A7-4246-889C9E359333}"/>
          </ac:spMkLst>
        </pc:spChg>
        <pc:spChg chg="add mod">
          <ac:chgData name="MY PC" userId="39206a8bcfa4cbe9" providerId="LiveId" clId="{518070C4-C1EE-4AD2-977A-4E4B3EB7F0A5}" dt="2026-06-18T08:56:10.528" v="2510"/>
          <ac:spMkLst>
            <pc:docMk/>
            <pc:sldMk cId="3577970844" sldId="266"/>
            <ac:spMk id="25" creationId="{22968BD4-7E97-935A-8F96-6BCB21A926F0}"/>
          </ac:spMkLst>
        </pc:spChg>
        <pc:spChg chg="add mod">
          <ac:chgData name="MY PC" userId="39206a8bcfa4cbe9" providerId="LiveId" clId="{518070C4-C1EE-4AD2-977A-4E4B3EB7F0A5}" dt="2026-06-18T05:09:35.403" v="2399" actId="20577"/>
          <ac:spMkLst>
            <pc:docMk/>
            <pc:sldMk cId="3577970844" sldId="266"/>
            <ac:spMk id="26" creationId="{DC8E2E2A-16BE-9459-1C00-CAEFD75F062C}"/>
          </ac:spMkLst>
        </pc:spChg>
        <pc:spChg chg="add mod">
          <ac:chgData name="MY PC" userId="39206a8bcfa4cbe9" providerId="LiveId" clId="{518070C4-C1EE-4AD2-977A-4E4B3EB7F0A5}" dt="2026-06-18T09:01:22.040" v="2677" actId="1076"/>
          <ac:spMkLst>
            <pc:docMk/>
            <pc:sldMk cId="3577970844" sldId="266"/>
            <ac:spMk id="27" creationId="{74414880-FD63-F746-0C2F-001659AF0CF0}"/>
          </ac:spMkLst>
        </pc:spChg>
        <pc:spChg chg="add mod">
          <ac:chgData name="MY PC" userId="39206a8bcfa4cbe9" providerId="LiveId" clId="{518070C4-C1EE-4AD2-977A-4E4B3EB7F0A5}" dt="2026-06-18T05:09:30.777" v="2397" actId="20577"/>
          <ac:spMkLst>
            <pc:docMk/>
            <pc:sldMk cId="3577970844" sldId="266"/>
            <ac:spMk id="28" creationId="{DF913832-0A9A-67F1-33CB-5E8D0B408EF0}"/>
          </ac:spMkLst>
        </pc:spChg>
        <pc:spChg chg="add mod ord">
          <ac:chgData name="MY PC" userId="39206a8bcfa4cbe9" providerId="LiveId" clId="{518070C4-C1EE-4AD2-977A-4E4B3EB7F0A5}" dt="2026-06-18T05:09:25.379" v="2395" actId="1037"/>
          <ac:spMkLst>
            <pc:docMk/>
            <pc:sldMk cId="3577970844" sldId="266"/>
            <ac:spMk id="29" creationId="{C4793265-534E-0A46-5ABC-5145E2857D1F}"/>
          </ac:spMkLst>
        </pc:spChg>
        <pc:spChg chg="add mod ord">
          <ac:chgData name="MY PC" userId="39206a8bcfa4cbe9" providerId="LiveId" clId="{518070C4-C1EE-4AD2-977A-4E4B3EB7F0A5}" dt="2026-06-18T05:09:22.043" v="2391" actId="170"/>
          <ac:spMkLst>
            <pc:docMk/>
            <pc:sldMk cId="3577970844" sldId="266"/>
            <ac:spMk id="30" creationId="{8E3FF242-DF32-8B15-7851-3AD88D16FF29}"/>
          </ac:spMkLst>
        </pc:spChg>
        <pc:spChg chg="add mod ord">
          <ac:chgData name="MY PC" userId="39206a8bcfa4cbe9" providerId="LiveId" clId="{518070C4-C1EE-4AD2-977A-4E4B3EB7F0A5}" dt="2026-06-18T08:55:45.657" v="2509" actId="1035"/>
          <ac:spMkLst>
            <pc:docMk/>
            <pc:sldMk cId="3577970844" sldId="266"/>
            <ac:spMk id="31" creationId="{F1DEB143-95B9-34F1-9DB8-8DF0F9500270}"/>
          </ac:spMkLst>
        </pc:spChg>
        <pc:spChg chg="add mod">
          <ac:chgData name="MY PC" userId="39206a8bcfa4cbe9" providerId="LiveId" clId="{518070C4-C1EE-4AD2-977A-4E4B3EB7F0A5}" dt="2026-06-18T08:58:45.562" v="2533" actId="2711"/>
          <ac:spMkLst>
            <pc:docMk/>
            <pc:sldMk cId="3577970844" sldId="266"/>
            <ac:spMk id="32" creationId="{72D58351-709C-4DA2-7FF9-60CC6EA1E267}"/>
          </ac:spMkLst>
        </pc:spChg>
        <pc:spChg chg="add mod">
          <ac:chgData name="MY PC" userId="39206a8bcfa4cbe9" providerId="LiveId" clId="{518070C4-C1EE-4AD2-977A-4E4B3EB7F0A5}" dt="2026-06-18T08:58:08.502" v="2527" actId="1076"/>
          <ac:spMkLst>
            <pc:docMk/>
            <pc:sldMk cId="3577970844" sldId="266"/>
            <ac:spMk id="33" creationId="{FB978C0C-FC29-D5F1-7BE9-DC89385DC161}"/>
          </ac:spMkLst>
        </pc:spChg>
        <pc:spChg chg="add 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34" creationId="{FA95EC81-38FD-46DA-2626-F95345BD2BDD}"/>
          </ac:spMkLst>
        </pc:spChg>
        <pc:spChg chg="add 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35" creationId="{7F9F65C2-41DE-F211-6ED1-7652110BF76D}"/>
          </ac:spMkLst>
        </pc:spChg>
        <pc:spChg chg="add mod">
          <ac:chgData name="MY PC" userId="39206a8bcfa4cbe9" providerId="LiveId" clId="{518070C4-C1EE-4AD2-977A-4E4B3EB7F0A5}" dt="2026-06-18T11:13:25.083" v="4655" actId="571"/>
          <ac:spMkLst>
            <pc:docMk/>
            <pc:sldMk cId="3577970844" sldId="266"/>
            <ac:spMk id="36" creationId="{0A42D853-16FB-E100-87C6-0F6DCDE38F97}"/>
          </ac:spMkLst>
        </pc:spChg>
        <pc:spChg chg="add 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37" creationId="{AF0616E5-F68D-4DEF-5B7C-6CC865E2BC1C}"/>
          </ac:spMkLst>
        </pc:spChg>
        <pc:spChg chg="add 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38" creationId="{CB52E7C1-FAB2-CDB4-08E5-EBBF6A6BB69C}"/>
          </ac:spMkLst>
        </pc:spChg>
        <pc:spChg chg="add 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39" creationId="{64D9E5B8-BD2E-2F34-FB15-C34B77341F46}"/>
          </ac:spMkLst>
        </pc:spChg>
        <pc:spChg chg="add 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40" creationId="{D41B9F2D-42F3-4F6A-C3A6-FED660C932A8}"/>
          </ac:spMkLst>
        </pc:spChg>
        <pc:spChg chg="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41" creationId="{C3A30BE2-21E9-9FAA-1469-A0DEC6B37CC6}"/>
          </ac:spMkLst>
        </pc:spChg>
        <pc:spChg chg="add mod">
          <ac:chgData name="MY PC" userId="39206a8bcfa4cbe9" providerId="LiveId" clId="{518070C4-C1EE-4AD2-977A-4E4B3EB7F0A5}" dt="2026-06-18T11:13:26.262" v="4656" actId="571"/>
          <ac:spMkLst>
            <pc:docMk/>
            <pc:sldMk cId="3577970844" sldId="266"/>
            <ac:spMk id="42" creationId="{4C8FFC57-4052-FE53-84C7-6D9C08B7C4BB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43" creationId="{878A9D20-52D4-2ADF-4E44-E91FB886550D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44" creationId="{54D2ABBF-8273-25ED-ADEC-A6C1FF8AA464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45" creationId="{B3376614-170B-5DB5-2AF8-02B7B1770557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46" creationId="{2F671BCD-2863-E4B2-A17F-9698B14AFE51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47" creationId="{36525C9B-9B3C-52B0-AD6A-9C09999807F8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48" creationId="{F0181603-AC9C-376F-8B1C-FADE9F08161A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49" creationId="{D8028334-ED9E-7C89-8B0A-80102B8E8347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50" creationId="{AC00EBA6-7C32-DD58-57D2-CC5CB2FC7F68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51" creationId="{310026E9-4D01-A0DB-66BC-08145E800873}"/>
          </ac:spMkLst>
        </pc:spChg>
        <pc:spChg chg="add mod">
          <ac:chgData name="MY PC" userId="39206a8bcfa4cbe9" providerId="LiveId" clId="{518070C4-C1EE-4AD2-977A-4E4B3EB7F0A5}" dt="2026-06-18T11:18:11.451" v="4658" actId="571"/>
          <ac:spMkLst>
            <pc:docMk/>
            <pc:sldMk cId="3577970844" sldId="266"/>
            <ac:spMk id="52" creationId="{CB912D2B-FA3F-4667-E7ED-ADACC03C3101}"/>
          </ac:spMkLst>
        </pc:spChg>
        <pc:cxnChg chg="add mod">
          <ac:chgData name="MY PC" userId="39206a8bcfa4cbe9" providerId="LiveId" clId="{518070C4-C1EE-4AD2-977A-4E4B3EB7F0A5}" dt="2026-06-18T09:00:36.116" v="2659" actId="13822"/>
          <ac:cxnSpMkLst>
            <pc:docMk/>
            <pc:sldMk cId="3577970844" sldId="266"/>
            <ac:cxnSpMk id="15" creationId="{72BBC7C5-5353-1076-6F74-DCBA0269D9C7}"/>
          </ac:cxnSpMkLst>
        </pc:cxnChg>
        <pc:cxnChg chg="add mod">
          <ac:chgData name="MY PC" userId="39206a8bcfa4cbe9" providerId="LiveId" clId="{518070C4-C1EE-4AD2-977A-4E4B3EB7F0A5}" dt="2026-06-18T09:00:44.367" v="2661" actId="1076"/>
          <ac:cxnSpMkLst>
            <pc:docMk/>
            <pc:sldMk cId="3577970844" sldId="266"/>
            <ac:cxnSpMk id="16" creationId="{A4862CBB-3AD6-A434-C08F-8AC9AB52C59D}"/>
          </ac:cxnSpMkLst>
        </pc:cxnChg>
        <pc:cxnChg chg="add mod">
          <ac:chgData name="MY PC" userId="39206a8bcfa4cbe9" providerId="LiveId" clId="{518070C4-C1EE-4AD2-977A-4E4B3EB7F0A5}" dt="2026-06-18T09:00:51.873" v="2669" actId="1037"/>
          <ac:cxnSpMkLst>
            <pc:docMk/>
            <pc:sldMk cId="3577970844" sldId="266"/>
            <ac:cxnSpMk id="17" creationId="{8B4D17F3-9C51-E28D-51F9-AA653056F3F4}"/>
          </ac:cxnSpMkLst>
        </pc:cxnChg>
        <pc:cxnChg chg="add mod">
          <ac:chgData name="MY PC" userId="39206a8bcfa4cbe9" providerId="LiveId" clId="{518070C4-C1EE-4AD2-977A-4E4B3EB7F0A5}" dt="2026-06-18T09:00:58.291" v="2671" actId="1076"/>
          <ac:cxnSpMkLst>
            <pc:docMk/>
            <pc:sldMk cId="3577970844" sldId="266"/>
            <ac:cxnSpMk id="18" creationId="{EF5C6C49-70BF-C212-7BAA-19DB063A4601}"/>
          </ac:cxnSpMkLst>
        </pc:cxnChg>
      </pc:sldChg>
      <pc:sldChg chg="new del">
        <pc:chgData name="MY PC" userId="39206a8bcfa4cbe9" providerId="LiveId" clId="{518070C4-C1EE-4AD2-977A-4E4B3EB7F0A5}" dt="2026-06-18T02:52:54.872" v="260" actId="47"/>
        <pc:sldMkLst>
          <pc:docMk/>
          <pc:sldMk cId="1102169536" sldId="267"/>
        </pc:sldMkLst>
      </pc:sldChg>
      <pc:sldChg chg="addSp delSp modSp new mod modAnim">
        <pc:chgData name="MY PC" userId="39206a8bcfa4cbe9" providerId="LiveId" clId="{518070C4-C1EE-4AD2-977A-4E4B3EB7F0A5}" dt="2026-06-18T11:05:25.291" v="4591"/>
        <pc:sldMkLst>
          <pc:docMk/>
          <pc:sldMk cId="3719062510" sldId="267"/>
        </pc:sldMkLst>
        <pc:spChg chg="add mod">
          <ac:chgData name="MY PC" userId="39206a8bcfa4cbe9" providerId="LiveId" clId="{518070C4-C1EE-4AD2-977A-4E4B3EB7F0A5}" dt="2026-06-18T02:56:36.668" v="306"/>
          <ac:spMkLst>
            <pc:docMk/>
            <pc:sldMk cId="3719062510" sldId="267"/>
            <ac:spMk id="2" creationId="{7D5EFA73-A6A7-9EA6-8321-B1BABD80C3B3}"/>
          </ac:spMkLst>
        </pc:spChg>
        <pc:spChg chg="add mod">
          <ac:chgData name="MY PC" userId="39206a8bcfa4cbe9" providerId="LiveId" clId="{518070C4-C1EE-4AD2-977A-4E4B3EB7F0A5}" dt="2026-06-18T09:02:38.288" v="2761" actId="1076"/>
          <ac:spMkLst>
            <pc:docMk/>
            <pc:sldMk cId="3719062510" sldId="267"/>
            <ac:spMk id="3" creationId="{A5758473-A8E0-45C2-5D3D-CCB3BB83485D}"/>
          </ac:spMkLst>
        </pc:spChg>
        <pc:spChg chg="add del mod">
          <ac:chgData name="MY PC" userId="39206a8bcfa4cbe9" providerId="LiveId" clId="{518070C4-C1EE-4AD2-977A-4E4B3EB7F0A5}" dt="2026-06-18T02:56:39.517" v="308" actId="478"/>
          <ac:spMkLst>
            <pc:docMk/>
            <pc:sldMk cId="3719062510" sldId="267"/>
            <ac:spMk id="3" creationId="{B5DB9FDB-B96D-E6B6-9B46-667187564A73}"/>
          </ac:spMkLst>
        </pc:spChg>
        <pc:spChg chg="add mod">
          <ac:chgData name="MY PC" userId="39206a8bcfa4cbe9" providerId="LiveId" clId="{518070C4-C1EE-4AD2-977A-4E4B3EB7F0A5}" dt="2026-06-18T05:04:36.106" v="2301"/>
          <ac:spMkLst>
            <pc:docMk/>
            <pc:sldMk cId="3719062510" sldId="267"/>
            <ac:spMk id="4" creationId="{C6D0A438-2824-35C6-3949-0B7E80F89D11}"/>
          </ac:spMkLst>
        </pc:spChg>
        <pc:spChg chg="add del mod">
          <ac:chgData name="MY PC" userId="39206a8bcfa4cbe9" providerId="LiveId" clId="{518070C4-C1EE-4AD2-977A-4E4B3EB7F0A5}" dt="2026-06-18T09:03:32.142" v="2766" actId="478"/>
          <ac:spMkLst>
            <pc:docMk/>
            <pc:sldMk cId="3719062510" sldId="267"/>
            <ac:spMk id="6" creationId="{EF402D0E-4BFD-FD60-8B1A-AD25BC73E9E1}"/>
          </ac:spMkLst>
        </pc:spChg>
        <pc:spChg chg="add mod">
          <ac:chgData name="MY PC" userId="39206a8bcfa4cbe9" providerId="LiveId" clId="{518070C4-C1EE-4AD2-977A-4E4B3EB7F0A5}" dt="2026-06-18T09:02:07.570" v="2750" actId="20577"/>
          <ac:spMkLst>
            <pc:docMk/>
            <pc:sldMk cId="3719062510" sldId="267"/>
            <ac:spMk id="7" creationId="{957B089E-A7D7-317F-01CD-67D1B3157872}"/>
          </ac:spMkLst>
        </pc:spChg>
        <pc:spChg chg="add mod">
          <ac:chgData name="MY PC" userId="39206a8bcfa4cbe9" providerId="LiveId" clId="{518070C4-C1EE-4AD2-977A-4E4B3EB7F0A5}" dt="2026-06-18T09:04:05.833" v="2781" actId="12"/>
          <ac:spMkLst>
            <pc:docMk/>
            <pc:sldMk cId="3719062510" sldId="267"/>
            <ac:spMk id="9" creationId="{8319DF80-1BF0-A772-3005-F0696359CC44}"/>
          </ac:spMkLst>
        </pc:spChg>
        <pc:graphicFrameChg chg="add mod">
          <ac:chgData name="MY PC" userId="39206a8bcfa4cbe9" providerId="LiveId" clId="{518070C4-C1EE-4AD2-977A-4E4B3EB7F0A5}" dt="2026-06-18T09:05:48.711" v="2802" actId="403"/>
          <ac:graphicFrameMkLst>
            <pc:docMk/>
            <pc:sldMk cId="3719062510" sldId="267"/>
            <ac:graphicFrameMk id="5" creationId="{7AE6436D-BAB7-1712-6D6B-D902AD94E19E}"/>
          </ac:graphicFrameMkLst>
        </pc:graphicFrameChg>
      </pc:sldChg>
      <pc:sldChg chg="addSp delSp modSp new mod modAnim">
        <pc:chgData name="MY PC" userId="39206a8bcfa4cbe9" providerId="LiveId" clId="{518070C4-C1EE-4AD2-977A-4E4B3EB7F0A5}" dt="2026-06-18T11:06:16.851" v="4598"/>
        <pc:sldMkLst>
          <pc:docMk/>
          <pc:sldMk cId="385615611" sldId="268"/>
        </pc:sldMkLst>
        <pc:spChg chg="add mod">
          <ac:chgData name="MY PC" userId="39206a8bcfa4cbe9" providerId="LiveId" clId="{518070C4-C1EE-4AD2-977A-4E4B3EB7F0A5}" dt="2026-06-18T02:56:54.031" v="313"/>
          <ac:spMkLst>
            <pc:docMk/>
            <pc:sldMk cId="385615611" sldId="268"/>
            <ac:spMk id="2" creationId="{0A72EBBB-555B-2A67-4D86-BD90E4DAB9DE}"/>
          </ac:spMkLst>
        </pc:spChg>
        <pc:spChg chg="add del mod">
          <ac:chgData name="MY PC" userId="39206a8bcfa4cbe9" providerId="LiveId" clId="{518070C4-C1EE-4AD2-977A-4E4B3EB7F0A5}" dt="2026-06-18T09:08:01.399" v="2850" actId="207"/>
          <ac:spMkLst>
            <pc:docMk/>
            <pc:sldMk cId="385615611" sldId="268"/>
            <ac:spMk id="2" creationId="{EE780816-9A51-AF8E-D875-B619530A64CA}"/>
          </ac:spMkLst>
        </pc:spChg>
        <pc:spChg chg="add mod">
          <ac:chgData name="MY PC" userId="39206a8bcfa4cbe9" providerId="LiveId" clId="{518070C4-C1EE-4AD2-977A-4E4B3EB7F0A5}" dt="2026-06-18T09:08:29.276" v="2858" actId="403"/>
          <ac:spMkLst>
            <pc:docMk/>
            <pc:sldMk cId="385615611" sldId="268"/>
            <ac:spMk id="3" creationId="{4EE2EDD3-89FF-32CA-C8DF-1D53C3DD8443}"/>
          </ac:spMkLst>
        </pc:spChg>
        <pc:spChg chg="add mod">
          <ac:chgData name="MY PC" userId="39206a8bcfa4cbe9" providerId="LiveId" clId="{518070C4-C1EE-4AD2-977A-4E4B3EB7F0A5}" dt="2026-06-18T02:56:54.903" v="314"/>
          <ac:spMkLst>
            <pc:docMk/>
            <pc:sldMk cId="385615611" sldId="268"/>
            <ac:spMk id="3" creationId="{EE6C9976-881B-C081-0764-84B21E0004CA}"/>
          </ac:spMkLst>
        </pc:spChg>
        <pc:spChg chg="add mod">
          <ac:chgData name="MY PC" userId="39206a8bcfa4cbe9" providerId="LiveId" clId="{518070C4-C1EE-4AD2-977A-4E4B3EB7F0A5}" dt="2026-06-18T09:10:47.137" v="2987" actId="1038"/>
          <ac:spMkLst>
            <pc:docMk/>
            <pc:sldMk cId="385615611" sldId="268"/>
            <ac:spMk id="4" creationId="{F16C9EBA-24D4-4334-D8CF-E499680EDB45}"/>
          </ac:spMkLst>
        </pc:spChg>
        <pc:spChg chg="add mod">
          <ac:chgData name="MY PC" userId="39206a8bcfa4cbe9" providerId="LiveId" clId="{518070C4-C1EE-4AD2-977A-4E4B3EB7F0A5}" dt="2026-06-18T05:04:37.180" v="2302"/>
          <ac:spMkLst>
            <pc:docMk/>
            <pc:sldMk cId="385615611" sldId="268"/>
            <ac:spMk id="5" creationId="{37A07AB4-86A6-679A-3E76-492EC3C609FA}"/>
          </ac:spMkLst>
        </pc:spChg>
        <pc:spChg chg="add mod">
          <ac:chgData name="MY PC" userId="39206a8bcfa4cbe9" providerId="LiveId" clId="{518070C4-C1EE-4AD2-977A-4E4B3EB7F0A5}" dt="2026-06-18T09:09:22.262" v="2925" actId="1076"/>
          <ac:spMkLst>
            <pc:docMk/>
            <pc:sldMk cId="385615611" sldId="268"/>
            <ac:spMk id="6" creationId="{3B75C213-649D-A9B4-1AA7-86AAF29273DA}"/>
          </ac:spMkLst>
        </pc:spChg>
        <pc:spChg chg="add mod">
          <ac:chgData name="MY PC" userId="39206a8bcfa4cbe9" providerId="LiveId" clId="{518070C4-C1EE-4AD2-977A-4E4B3EB7F0A5}" dt="2026-06-18T09:14:34.824" v="3255" actId="1076"/>
          <ac:spMkLst>
            <pc:docMk/>
            <pc:sldMk cId="385615611" sldId="268"/>
            <ac:spMk id="7" creationId="{6705521D-EF97-3A70-1E66-302A7B608E60}"/>
          </ac:spMkLst>
        </pc:spChg>
        <pc:spChg chg="add mod">
          <ac:chgData name="MY PC" userId="39206a8bcfa4cbe9" providerId="LiveId" clId="{518070C4-C1EE-4AD2-977A-4E4B3EB7F0A5}" dt="2026-06-18T09:11:10.293" v="3049" actId="1076"/>
          <ac:spMkLst>
            <pc:docMk/>
            <pc:sldMk cId="385615611" sldId="268"/>
            <ac:spMk id="8" creationId="{F2C7FC10-8EA9-10D5-BA9F-08F19166D654}"/>
          </ac:spMkLst>
        </pc:spChg>
        <pc:spChg chg="add mod">
          <ac:chgData name="MY PC" userId="39206a8bcfa4cbe9" providerId="LiveId" clId="{518070C4-C1EE-4AD2-977A-4E4B3EB7F0A5}" dt="2026-06-18T09:10:19.461" v="2953" actId="1076"/>
          <ac:spMkLst>
            <pc:docMk/>
            <pc:sldMk cId="385615611" sldId="268"/>
            <ac:spMk id="9" creationId="{AF4372B0-FDEA-6E9C-4084-FAE6EDE987B2}"/>
          </ac:spMkLst>
        </pc:spChg>
        <pc:spChg chg="add mod">
          <ac:chgData name="MY PC" userId="39206a8bcfa4cbe9" providerId="LiveId" clId="{518070C4-C1EE-4AD2-977A-4E4B3EB7F0A5}" dt="2026-06-18T09:10:23.999" v="2954" actId="1076"/>
          <ac:spMkLst>
            <pc:docMk/>
            <pc:sldMk cId="385615611" sldId="268"/>
            <ac:spMk id="10" creationId="{7E634C04-1894-E1DD-73A7-C5B6C8B2DD52}"/>
          </ac:spMkLst>
        </pc:spChg>
        <pc:spChg chg="add del mod">
          <ac:chgData name="MY PC" userId="39206a8bcfa4cbe9" providerId="LiveId" clId="{518070C4-C1EE-4AD2-977A-4E4B3EB7F0A5}" dt="2026-06-18T09:11:01.962" v="3047" actId="478"/>
          <ac:spMkLst>
            <pc:docMk/>
            <pc:sldMk cId="385615611" sldId="268"/>
            <ac:spMk id="11" creationId="{8628189F-DBF4-9B9F-10A8-062A2FDF0813}"/>
          </ac:spMkLst>
        </pc:spChg>
        <pc:spChg chg="add mod">
          <ac:chgData name="MY PC" userId="39206a8bcfa4cbe9" providerId="LiveId" clId="{518070C4-C1EE-4AD2-977A-4E4B3EB7F0A5}" dt="2026-06-18T10:20:25.067" v="4513" actId="1076"/>
          <ac:spMkLst>
            <pc:docMk/>
            <pc:sldMk cId="385615611" sldId="268"/>
            <ac:spMk id="11" creationId="{D7A7F943-797A-B1B6-7904-FA9109B3CD3A}"/>
          </ac:spMkLst>
        </pc:spChg>
        <pc:spChg chg="add mod">
          <ac:chgData name="MY PC" userId="39206a8bcfa4cbe9" providerId="LiveId" clId="{518070C4-C1EE-4AD2-977A-4E4B3EB7F0A5}" dt="2026-06-18T09:12:17.934" v="3080" actId="1076"/>
          <ac:spMkLst>
            <pc:docMk/>
            <pc:sldMk cId="385615611" sldId="268"/>
            <ac:spMk id="12" creationId="{E7A76509-BE15-4007-D5A1-B5E8F29E3BB8}"/>
          </ac:spMkLst>
        </pc:spChg>
        <pc:spChg chg="add mod">
          <ac:chgData name="MY PC" userId="39206a8bcfa4cbe9" providerId="LiveId" clId="{518070C4-C1EE-4AD2-977A-4E4B3EB7F0A5}" dt="2026-06-18T09:12:01.501" v="3070" actId="1076"/>
          <ac:spMkLst>
            <pc:docMk/>
            <pc:sldMk cId="385615611" sldId="268"/>
            <ac:spMk id="13" creationId="{FE73B701-9BA0-23AB-C457-38ECF12C6F4D}"/>
          </ac:spMkLst>
        </pc:spChg>
        <pc:spChg chg="add mod">
          <ac:chgData name="MY PC" userId="39206a8bcfa4cbe9" providerId="LiveId" clId="{518070C4-C1EE-4AD2-977A-4E4B3EB7F0A5}" dt="2026-06-18T11:06:12.902" v="4597" actId="571"/>
          <ac:spMkLst>
            <pc:docMk/>
            <pc:sldMk cId="385615611" sldId="268"/>
            <ac:spMk id="14" creationId="{7B0A0159-D27A-0DD2-D8D7-9A4B33E75C2D}"/>
          </ac:spMkLst>
        </pc:spChg>
        <pc:spChg chg="add del mod">
          <ac:chgData name="MY PC" userId="39206a8bcfa4cbe9" providerId="LiveId" clId="{518070C4-C1EE-4AD2-977A-4E4B3EB7F0A5}" dt="2026-06-18T09:14:18.778" v="3254" actId="478"/>
          <ac:spMkLst>
            <pc:docMk/>
            <pc:sldMk cId="385615611" sldId="268"/>
            <ac:spMk id="14" creationId="{D8C582AC-0474-2DAE-C16F-627437213210}"/>
          </ac:spMkLst>
        </pc:spChg>
        <pc:spChg chg="add mod ord">
          <ac:chgData name="MY PC" userId="39206a8bcfa4cbe9" providerId="LiveId" clId="{518070C4-C1EE-4AD2-977A-4E4B3EB7F0A5}" dt="2026-06-18T09:13:48.683" v="3239" actId="1076"/>
          <ac:spMkLst>
            <pc:docMk/>
            <pc:sldMk cId="385615611" sldId="268"/>
            <ac:spMk id="15" creationId="{AF86AB99-661C-6A62-BFC4-126BD02A553A}"/>
          </ac:spMkLst>
        </pc:spChg>
        <pc:spChg chg="mod">
          <ac:chgData name="MY PC" userId="39206a8bcfa4cbe9" providerId="LiveId" clId="{518070C4-C1EE-4AD2-977A-4E4B3EB7F0A5}" dt="2026-06-18T09:14:17.215" v="3253" actId="1076"/>
          <ac:spMkLst>
            <pc:docMk/>
            <pc:sldMk cId="385615611" sldId="268"/>
            <ac:spMk id="16" creationId="{B6A19D70-8A63-AA73-6D9C-7266C2D5260A}"/>
          </ac:spMkLst>
        </pc:spChg>
        <pc:spChg chg="add mod">
          <ac:chgData name="MY PC" userId="39206a8bcfa4cbe9" providerId="LiveId" clId="{518070C4-C1EE-4AD2-977A-4E4B3EB7F0A5}" dt="2026-06-18T11:06:12.902" v="4597" actId="571"/>
          <ac:spMkLst>
            <pc:docMk/>
            <pc:sldMk cId="385615611" sldId="268"/>
            <ac:spMk id="17" creationId="{A7E9BB52-9CFB-A321-8016-4D5B062ADF88}"/>
          </ac:spMkLst>
        </pc:spChg>
        <pc:spChg chg="add mod">
          <ac:chgData name="MY PC" userId="39206a8bcfa4cbe9" providerId="LiveId" clId="{518070C4-C1EE-4AD2-977A-4E4B3EB7F0A5}" dt="2026-06-18T09:10:40.246" v="2959" actId="571"/>
          <ac:spMkLst>
            <pc:docMk/>
            <pc:sldMk cId="385615611" sldId="268"/>
            <ac:spMk id="17" creationId="{EA217D54-31F8-E792-BC15-3AB93037CD41}"/>
          </ac:spMkLst>
        </pc:spChg>
        <pc:spChg chg="add mod">
          <ac:chgData name="MY PC" userId="39206a8bcfa4cbe9" providerId="LiveId" clId="{518070C4-C1EE-4AD2-977A-4E4B3EB7F0A5}" dt="2026-06-18T11:06:12.902" v="4597" actId="571"/>
          <ac:spMkLst>
            <pc:docMk/>
            <pc:sldMk cId="385615611" sldId="268"/>
            <ac:spMk id="18" creationId="{30A79E14-5A91-363C-FE78-572C2DF18E62}"/>
          </ac:spMkLst>
        </pc:spChg>
        <pc:spChg chg="add mod">
          <ac:chgData name="MY PC" userId="39206a8bcfa4cbe9" providerId="LiveId" clId="{518070C4-C1EE-4AD2-977A-4E4B3EB7F0A5}" dt="2026-06-18T09:10:40.246" v="2959" actId="571"/>
          <ac:spMkLst>
            <pc:docMk/>
            <pc:sldMk cId="385615611" sldId="268"/>
            <ac:spMk id="18" creationId="{FA1CAC37-D8A6-9F5B-037C-FB01F5A3888B}"/>
          </ac:spMkLst>
        </pc:spChg>
        <pc:spChg chg="add mod ord">
          <ac:chgData name="MY PC" userId="39206a8bcfa4cbe9" providerId="LiveId" clId="{518070C4-C1EE-4AD2-977A-4E4B3EB7F0A5}" dt="2026-06-18T09:11:26.102" v="3056" actId="171"/>
          <ac:spMkLst>
            <pc:docMk/>
            <pc:sldMk cId="385615611" sldId="268"/>
            <ac:spMk id="19" creationId="{F126A336-0D09-3B69-DBFC-3D44073F4D15}"/>
          </ac:spMkLst>
        </pc:spChg>
        <pc:spChg chg="add mod ord">
          <ac:chgData name="MY PC" userId="39206a8bcfa4cbe9" providerId="LiveId" clId="{518070C4-C1EE-4AD2-977A-4E4B3EB7F0A5}" dt="2026-06-18T09:13:32.310" v="3230" actId="171"/>
          <ac:spMkLst>
            <pc:docMk/>
            <pc:sldMk cId="385615611" sldId="268"/>
            <ac:spMk id="20" creationId="{7B5AB4E8-71F2-EDB8-FF55-D07B0690EABF}"/>
          </ac:spMkLst>
        </pc:spChg>
        <pc:spChg chg="add mod">
          <ac:chgData name="MY PC" userId="39206a8bcfa4cbe9" providerId="LiveId" clId="{518070C4-C1EE-4AD2-977A-4E4B3EB7F0A5}" dt="2026-06-18T09:12:44.767" v="3154"/>
          <ac:spMkLst>
            <pc:docMk/>
            <pc:sldMk cId="385615611" sldId="268"/>
            <ac:spMk id="21" creationId="{235793EF-449F-E62B-C470-140FC7B6726E}"/>
          </ac:spMkLst>
        </pc:spChg>
        <pc:spChg chg="add mod">
          <ac:chgData name="MY PC" userId="39206a8bcfa4cbe9" providerId="LiveId" clId="{518070C4-C1EE-4AD2-977A-4E4B3EB7F0A5}" dt="2026-06-18T11:06:12.902" v="4597" actId="571"/>
          <ac:spMkLst>
            <pc:docMk/>
            <pc:sldMk cId="385615611" sldId="268"/>
            <ac:spMk id="21" creationId="{89F45630-2345-67C6-3E25-7CFE6D01A7F9}"/>
          </ac:spMkLst>
        </pc:spChg>
        <pc:spChg chg="add mod">
          <ac:chgData name="MY PC" userId="39206a8bcfa4cbe9" providerId="LiveId" clId="{518070C4-C1EE-4AD2-977A-4E4B3EB7F0A5}" dt="2026-06-18T09:14:44.691" v="3263" actId="403"/>
          <ac:spMkLst>
            <pc:docMk/>
            <pc:sldMk cId="385615611" sldId="268"/>
            <ac:spMk id="22" creationId="{AC9847B5-60D1-9426-19F1-3F9E188CFA20}"/>
          </ac:spMkLst>
        </pc:spChg>
        <pc:spChg chg="add mod">
          <ac:chgData name="MY PC" userId="39206a8bcfa4cbe9" providerId="LiveId" clId="{518070C4-C1EE-4AD2-977A-4E4B3EB7F0A5}" dt="2026-06-18T11:06:12.902" v="4597" actId="571"/>
          <ac:spMkLst>
            <pc:docMk/>
            <pc:sldMk cId="385615611" sldId="268"/>
            <ac:spMk id="23" creationId="{EFA72187-3831-FA82-D5B6-B66F939D5483}"/>
          </ac:spMkLst>
        </pc:spChg>
        <pc:spChg chg="add mod">
          <ac:chgData name="MY PC" userId="39206a8bcfa4cbe9" providerId="LiveId" clId="{518070C4-C1EE-4AD2-977A-4E4B3EB7F0A5}" dt="2026-06-18T11:06:12.902" v="4597" actId="571"/>
          <ac:spMkLst>
            <pc:docMk/>
            <pc:sldMk cId="385615611" sldId="268"/>
            <ac:spMk id="24" creationId="{6B89D1E8-725A-F19D-5CE1-A465A80E9BEF}"/>
          </ac:spMkLst>
        </pc:spChg>
        <pc:spChg chg="add mod">
          <ac:chgData name="MY PC" userId="39206a8bcfa4cbe9" providerId="LiveId" clId="{518070C4-C1EE-4AD2-977A-4E4B3EB7F0A5}" dt="2026-06-18T11:06:12.902" v="4597" actId="571"/>
          <ac:spMkLst>
            <pc:docMk/>
            <pc:sldMk cId="385615611" sldId="268"/>
            <ac:spMk id="25" creationId="{80077661-AF22-4A9C-1E96-27E92E33420C}"/>
          </ac:spMkLst>
        </pc:spChg>
      </pc:sldChg>
      <pc:sldChg chg="new del">
        <pc:chgData name="MY PC" userId="39206a8bcfa4cbe9" providerId="LiveId" clId="{518070C4-C1EE-4AD2-977A-4E4B3EB7F0A5}" dt="2026-06-18T02:52:54.692" v="259" actId="47"/>
        <pc:sldMkLst>
          <pc:docMk/>
          <pc:sldMk cId="2646451657" sldId="268"/>
        </pc:sldMkLst>
      </pc:sldChg>
      <pc:sldChg chg="addSp modSp new mod modAnim">
        <pc:chgData name="MY PC" userId="39206a8bcfa4cbe9" providerId="LiveId" clId="{518070C4-C1EE-4AD2-977A-4E4B3EB7F0A5}" dt="2026-06-18T11:06:53.067" v="4601"/>
        <pc:sldMkLst>
          <pc:docMk/>
          <pc:sldMk cId="3207512747" sldId="269"/>
        </pc:sldMkLst>
        <pc:spChg chg="add mod">
          <ac:chgData name="MY PC" userId="39206a8bcfa4cbe9" providerId="LiveId" clId="{518070C4-C1EE-4AD2-977A-4E4B3EB7F0A5}" dt="2026-06-18T02:57:07.745" v="316"/>
          <ac:spMkLst>
            <pc:docMk/>
            <pc:sldMk cId="3207512747" sldId="269"/>
            <ac:spMk id="2" creationId="{74760FE3-50A1-83CC-E6D2-678A693B458D}"/>
          </ac:spMkLst>
        </pc:spChg>
        <pc:spChg chg="add mod">
          <ac:chgData name="MY PC" userId="39206a8bcfa4cbe9" providerId="LiveId" clId="{518070C4-C1EE-4AD2-977A-4E4B3EB7F0A5}" dt="2026-06-18T05:04:38.138" v="2303"/>
          <ac:spMkLst>
            <pc:docMk/>
            <pc:sldMk cId="3207512747" sldId="269"/>
            <ac:spMk id="3" creationId="{5B01751B-DBF0-FBDA-8EF1-3E1574DD32F4}"/>
          </ac:spMkLst>
        </pc:spChg>
        <pc:spChg chg="add mod">
          <ac:chgData name="MY PC" userId="39206a8bcfa4cbe9" providerId="LiveId" clId="{518070C4-C1EE-4AD2-977A-4E4B3EB7F0A5}" dt="2026-06-18T09:18:29.861" v="3275" actId="1076"/>
          <ac:spMkLst>
            <pc:docMk/>
            <pc:sldMk cId="3207512747" sldId="269"/>
            <ac:spMk id="4" creationId="{943C6DB1-00B3-A3E9-9FEF-3E2566DA74CB}"/>
          </ac:spMkLst>
        </pc:spChg>
        <pc:spChg chg="add mod">
          <ac:chgData name="MY PC" userId="39206a8bcfa4cbe9" providerId="LiveId" clId="{518070C4-C1EE-4AD2-977A-4E4B3EB7F0A5}" dt="2026-06-18T09:18:40.993" v="3278" actId="20577"/>
          <ac:spMkLst>
            <pc:docMk/>
            <pc:sldMk cId="3207512747" sldId="269"/>
            <ac:spMk id="5" creationId="{19350B81-EAF7-42F4-61B5-41B0A6734B3F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6" creationId="{D4B150B1-0BE0-A9A2-F7ED-A8C4B032DC85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7" creationId="{A5CDA761-DB5E-1EE2-2E90-9B9B7C6DB3F1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8" creationId="{C07D355F-299C-0E08-14E7-BC66F3EB408F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9" creationId="{AD8CD78F-4768-9F2C-AB0F-F9EF89C46AA0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10" creationId="{001A27ED-3D16-DE53-6FD2-1F2800175714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11" creationId="{84A8BC89-F557-DF89-8FA3-54C4562A7AB5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12" creationId="{E9D0D75F-3309-5F05-370F-B97B88FAE791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13" creationId="{2805E8DD-F234-1E6D-9233-E4401E886F3E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14" creationId="{2BCD540C-AD78-FDC6-41F5-A8E2B73B395F}"/>
          </ac:spMkLst>
        </pc:spChg>
        <pc:spChg chg="add mod">
          <ac:chgData name="MY PC" userId="39206a8bcfa4cbe9" providerId="LiveId" clId="{518070C4-C1EE-4AD2-977A-4E4B3EB7F0A5}" dt="2026-06-18T09:19:10.660" v="3337" actId="1036"/>
          <ac:spMkLst>
            <pc:docMk/>
            <pc:sldMk cId="3207512747" sldId="269"/>
            <ac:spMk id="17" creationId="{CBA56E1E-7888-287B-6A86-4C992528101E}"/>
          </ac:spMkLst>
        </pc:spChg>
        <pc:spChg chg="add mod">
          <ac:chgData name="MY PC" userId="39206a8bcfa4cbe9" providerId="LiveId" clId="{518070C4-C1EE-4AD2-977A-4E4B3EB7F0A5}" dt="2026-06-18T09:21:04.225" v="3407" actId="1076"/>
          <ac:spMkLst>
            <pc:docMk/>
            <pc:sldMk cId="3207512747" sldId="269"/>
            <ac:spMk id="18" creationId="{06C36EC8-D4E9-E8AB-626A-A42ECD6AA7B1}"/>
          </ac:spMkLst>
        </pc:spChg>
        <pc:spChg chg="add mod">
          <ac:chgData name="MY PC" userId="39206a8bcfa4cbe9" providerId="LiveId" clId="{518070C4-C1EE-4AD2-977A-4E4B3EB7F0A5}" dt="2026-06-18T09:19:42.236" v="3342"/>
          <ac:spMkLst>
            <pc:docMk/>
            <pc:sldMk cId="3207512747" sldId="269"/>
            <ac:spMk id="19" creationId="{F5B2393C-36E0-B4FC-DB50-5F504F21A3F3}"/>
          </ac:spMkLst>
        </pc:spChg>
        <pc:spChg chg="add mod">
          <ac:chgData name="MY PC" userId="39206a8bcfa4cbe9" providerId="LiveId" clId="{518070C4-C1EE-4AD2-977A-4E4B3EB7F0A5}" dt="2026-06-18T09:19:42.504" v="3343"/>
          <ac:spMkLst>
            <pc:docMk/>
            <pc:sldMk cId="3207512747" sldId="269"/>
            <ac:spMk id="20" creationId="{173457D9-A023-EEEA-7425-AE08FD8AB4CB}"/>
          </ac:spMkLst>
        </pc:spChg>
        <pc:spChg chg="add mod">
          <ac:chgData name="MY PC" userId="39206a8bcfa4cbe9" providerId="LiveId" clId="{518070C4-C1EE-4AD2-977A-4E4B3EB7F0A5}" dt="2026-06-18T09:19:46.748" v="3344"/>
          <ac:spMkLst>
            <pc:docMk/>
            <pc:sldMk cId="3207512747" sldId="269"/>
            <ac:spMk id="21" creationId="{0F43BC18-D62D-073A-9D89-12F80BE0CA66}"/>
          </ac:spMkLst>
        </pc:spChg>
        <pc:spChg chg="add mod">
          <ac:chgData name="MY PC" userId="39206a8bcfa4cbe9" providerId="LiveId" clId="{518070C4-C1EE-4AD2-977A-4E4B3EB7F0A5}" dt="2026-06-18T09:19:47.271" v="3345"/>
          <ac:spMkLst>
            <pc:docMk/>
            <pc:sldMk cId="3207512747" sldId="269"/>
            <ac:spMk id="22" creationId="{6003AE2D-AF96-97F5-47FB-EE1DCC4DCFF4}"/>
          </ac:spMkLst>
        </pc:spChg>
        <pc:spChg chg="add mod">
          <ac:chgData name="MY PC" userId="39206a8bcfa4cbe9" providerId="LiveId" clId="{518070C4-C1EE-4AD2-977A-4E4B3EB7F0A5}" dt="2026-06-18T09:19:55.277" v="3348" actId="1076"/>
          <ac:spMkLst>
            <pc:docMk/>
            <pc:sldMk cId="3207512747" sldId="269"/>
            <ac:spMk id="23" creationId="{F3F59DFB-DBF4-71E6-1CBD-F1909AED343C}"/>
          </ac:spMkLst>
        </pc:spChg>
        <pc:spChg chg="add mod">
          <ac:chgData name="MY PC" userId="39206a8bcfa4cbe9" providerId="LiveId" clId="{518070C4-C1EE-4AD2-977A-4E4B3EB7F0A5}" dt="2026-06-18T09:20:13.271" v="3355" actId="1038"/>
          <ac:spMkLst>
            <pc:docMk/>
            <pc:sldMk cId="3207512747" sldId="269"/>
            <ac:spMk id="24" creationId="{3063DDC2-7CEE-3E18-3E37-3FB08D8465DD}"/>
          </ac:spMkLst>
        </pc:spChg>
        <pc:spChg chg="add mod">
          <ac:chgData name="MY PC" userId="39206a8bcfa4cbe9" providerId="LiveId" clId="{518070C4-C1EE-4AD2-977A-4E4B3EB7F0A5}" dt="2026-06-18T09:20:09.965" v="3353" actId="1076"/>
          <ac:spMkLst>
            <pc:docMk/>
            <pc:sldMk cId="3207512747" sldId="269"/>
            <ac:spMk id="25" creationId="{E7211E98-2FF7-C6B5-B0EF-1AA07C2E20DB}"/>
          </ac:spMkLst>
        </pc:spChg>
        <pc:spChg chg="add mod">
          <ac:chgData name="MY PC" userId="39206a8bcfa4cbe9" providerId="LiveId" clId="{518070C4-C1EE-4AD2-977A-4E4B3EB7F0A5}" dt="2026-06-18T09:22:26.278" v="3502" actId="14100"/>
          <ac:spMkLst>
            <pc:docMk/>
            <pc:sldMk cId="3207512747" sldId="269"/>
            <ac:spMk id="26" creationId="{F90DDAA1-4881-5164-8380-C0BCCAA8CD23}"/>
          </ac:spMkLst>
        </pc:spChg>
        <pc:spChg chg="add mod">
          <ac:chgData name="MY PC" userId="39206a8bcfa4cbe9" providerId="LiveId" clId="{518070C4-C1EE-4AD2-977A-4E4B3EB7F0A5}" dt="2026-06-18T09:23:02.085" v="3520" actId="14100"/>
          <ac:spMkLst>
            <pc:docMk/>
            <pc:sldMk cId="3207512747" sldId="269"/>
            <ac:spMk id="27" creationId="{C7AD7541-850F-1314-DF08-FDBADCDDA069}"/>
          </ac:spMkLst>
        </pc:spChg>
        <pc:spChg chg="add mod">
          <ac:chgData name="MY PC" userId="39206a8bcfa4cbe9" providerId="LiveId" clId="{518070C4-C1EE-4AD2-977A-4E4B3EB7F0A5}" dt="2026-06-18T09:33:36.981" v="3524" actId="14100"/>
          <ac:spMkLst>
            <pc:docMk/>
            <pc:sldMk cId="3207512747" sldId="269"/>
            <ac:spMk id="28" creationId="{59917D0A-2B8C-2577-958A-96BBE48B471B}"/>
          </ac:spMkLst>
        </pc:spChg>
        <pc:spChg chg="add mod">
          <ac:chgData name="MY PC" userId="39206a8bcfa4cbe9" providerId="LiveId" clId="{518070C4-C1EE-4AD2-977A-4E4B3EB7F0A5}" dt="2026-06-18T09:23:02.085" v="3520" actId="14100"/>
          <ac:spMkLst>
            <pc:docMk/>
            <pc:sldMk cId="3207512747" sldId="269"/>
            <ac:spMk id="29" creationId="{2490ECB9-DD1C-79F4-A154-4B93CCBA0BBE}"/>
          </ac:spMkLst>
        </pc:spChg>
        <pc:spChg chg="add mod">
          <ac:chgData name="MY PC" userId="39206a8bcfa4cbe9" providerId="LiveId" clId="{518070C4-C1EE-4AD2-977A-4E4B3EB7F0A5}" dt="2026-06-18T09:22:26.278" v="3502" actId="14100"/>
          <ac:spMkLst>
            <pc:docMk/>
            <pc:sldMk cId="3207512747" sldId="269"/>
            <ac:spMk id="30" creationId="{0CA0DACD-254A-5741-9ED1-1A6A1C6F131C}"/>
          </ac:spMkLst>
        </pc:spChg>
        <pc:spChg chg="add mod">
          <ac:chgData name="MY PC" userId="39206a8bcfa4cbe9" providerId="LiveId" clId="{518070C4-C1EE-4AD2-977A-4E4B3EB7F0A5}" dt="2026-06-18T09:23:02.085" v="3520" actId="14100"/>
          <ac:spMkLst>
            <pc:docMk/>
            <pc:sldMk cId="3207512747" sldId="269"/>
            <ac:spMk id="31" creationId="{620F73CE-C574-625A-A47A-CA632B4CAAA6}"/>
          </ac:spMkLst>
        </pc:spChg>
        <pc:spChg chg="add mod">
          <ac:chgData name="MY PC" userId="39206a8bcfa4cbe9" providerId="LiveId" clId="{518070C4-C1EE-4AD2-977A-4E4B3EB7F0A5}" dt="2026-06-18T09:22:26.278" v="3502" actId="14100"/>
          <ac:spMkLst>
            <pc:docMk/>
            <pc:sldMk cId="3207512747" sldId="269"/>
            <ac:spMk id="32" creationId="{0A023969-80CC-527C-3AED-CBB5EB3D4CD8}"/>
          </ac:spMkLst>
        </pc:spChg>
        <pc:spChg chg="add mod">
          <ac:chgData name="MY PC" userId="39206a8bcfa4cbe9" providerId="LiveId" clId="{518070C4-C1EE-4AD2-977A-4E4B3EB7F0A5}" dt="2026-06-18T09:23:02.085" v="3520" actId="14100"/>
          <ac:spMkLst>
            <pc:docMk/>
            <pc:sldMk cId="3207512747" sldId="269"/>
            <ac:spMk id="33" creationId="{E3BDF444-739B-4DC1-7FA8-C4B166C9076B}"/>
          </ac:spMkLst>
        </pc:spChg>
        <pc:spChg chg="add mod">
          <ac:chgData name="MY PC" userId="39206a8bcfa4cbe9" providerId="LiveId" clId="{518070C4-C1EE-4AD2-977A-4E4B3EB7F0A5}" dt="2026-06-18T09:22:10.160" v="3493" actId="571"/>
          <ac:spMkLst>
            <pc:docMk/>
            <pc:sldMk cId="3207512747" sldId="269"/>
            <ac:spMk id="34" creationId="{E3C6E5B6-5F49-E2B3-69A1-49F087D1D427}"/>
          </ac:spMkLst>
        </pc:spChg>
        <pc:spChg chg="add mod">
          <ac:chgData name="MY PC" userId="39206a8bcfa4cbe9" providerId="LiveId" clId="{518070C4-C1EE-4AD2-977A-4E4B3EB7F0A5}" dt="2026-06-18T09:22:10.160" v="3493" actId="571"/>
          <ac:spMkLst>
            <pc:docMk/>
            <pc:sldMk cId="3207512747" sldId="269"/>
            <ac:spMk id="35" creationId="{55EE076F-9244-020B-7AE4-F3F517D99108}"/>
          </ac:spMkLst>
        </pc:spChg>
        <pc:spChg chg="add mod">
          <ac:chgData name="MY PC" userId="39206a8bcfa4cbe9" providerId="LiveId" clId="{518070C4-C1EE-4AD2-977A-4E4B3EB7F0A5}" dt="2026-06-18T09:22:10.160" v="3493" actId="571"/>
          <ac:spMkLst>
            <pc:docMk/>
            <pc:sldMk cId="3207512747" sldId="269"/>
            <ac:spMk id="36" creationId="{F15B7633-166E-B70F-0203-3F59D3B73405}"/>
          </ac:spMkLst>
        </pc:spChg>
        <pc:spChg chg="add mod">
          <ac:chgData name="MY PC" userId="39206a8bcfa4cbe9" providerId="LiveId" clId="{518070C4-C1EE-4AD2-977A-4E4B3EB7F0A5}" dt="2026-06-18T09:22:10.160" v="3493" actId="571"/>
          <ac:spMkLst>
            <pc:docMk/>
            <pc:sldMk cId="3207512747" sldId="269"/>
            <ac:spMk id="37" creationId="{524608F7-FEDD-2751-9DD1-22E43C049956}"/>
          </ac:spMkLst>
        </pc:spChg>
      </pc:sldChg>
      <pc:sldChg chg="addSp delSp modSp new mod modAnim">
        <pc:chgData name="MY PC" userId="39206a8bcfa4cbe9" providerId="LiveId" clId="{518070C4-C1EE-4AD2-977A-4E4B3EB7F0A5}" dt="2026-06-18T11:07:12.586" v="4604"/>
        <pc:sldMkLst>
          <pc:docMk/>
          <pc:sldMk cId="2575537782" sldId="270"/>
        </pc:sldMkLst>
        <pc:spChg chg="add mod">
          <ac:chgData name="MY PC" userId="39206a8bcfa4cbe9" providerId="LiveId" clId="{518070C4-C1EE-4AD2-977A-4E4B3EB7F0A5}" dt="2026-06-18T10:21:31.552" v="4527" actId="1076"/>
          <ac:spMkLst>
            <pc:docMk/>
            <pc:sldMk cId="2575537782" sldId="270"/>
            <ac:spMk id="2" creationId="{B0E500FE-5587-6BE6-B753-C37C02665F7B}"/>
          </ac:spMkLst>
        </pc:spChg>
        <pc:spChg chg="add mod">
          <ac:chgData name="MY PC" userId="39206a8bcfa4cbe9" providerId="LiveId" clId="{518070C4-C1EE-4AD2-977A-4E4B3EB7F0A5}" dt="2026-06-18T05:04:39.050" v="2304"/>
          <ac:spMkLst>
            <pc:docMk/>
            <pc:sldMk cId="2575537782" sldId="270"/>
            <ac:spMk id="3" creationId="{DDACADF5-9FE9-5488-47C2-8ABA985F184C}"/>
          </ac:spMkLst>
        </pc:spChg>
        <pc:spChg chg="add mod">
          <ac:chgData name="MY PC" userId="39206a8bcfa4cbe9" providerId="LiveId" clId="{518070C4-C1EE-4AD2-977A-4E4B3EB7F0A5}" dt="2026-06-18T09:37:08.278" v="3540" actId="1076"/>
          <ac:spMkLst>
            <pc:docMk/>
            <pc:sldMk cId="2575537782" sldId="270"/>
            <ac:spMk id="4" creationId="{291BBC11-9531-A6DF-CE6C-38D4DE8F1DB2}"/>
          </ac:spMkLst>
        </pc:spChg>
        <pc:spChg chg="add mod">
          <ac:chgData name="MY PC" userId="39206a8bcfa4cbe9" providerId="LiveId" clId="{518070C4-C1EE-4AD2-977A-4E4B3EB7F0A5}" dt="2026-06-18T09:39:21.717" v="3564" actId="1076"/>
          <ac:spMkLst>
            <pc:docMk/>
            <pc:sldMk cId="2575537782" sldId="270"/>
            <ac:spMk id="5" creationId="{1FDD6499-3A0A-1A76-00A3-EBFD1EE3EC0D}"/>
          </ac:spMkLst>
        </pc:spChg>
        <pc:spChg chg="add mod">
          <ac:chgData name="MY PC" userId="39206a8bcfa4cbe9" providerId="LiveId" clId="{518070C4-C1EE-4AD2-977A-4E4B3EB7F0A5}" dt="2026-06-18T09:39:27.575" v="3565" actId="14100"/>
          <ac:spMkLst>
            <pc:docMk/>
            <pc:sldMk cId="2575537782" sldId="270"/>
            <ac:spMk id="6" creationId="{065866F0-85DC-DA4C-1668-C8AE08007EAA}"/>
          </ac:spMkLst>
        </pc:spChg>
        <pc:spChg chg="add del mod">
          <ac:chgData name="MY PC" userId="39206a8bcfa4cbe9" providerId="LiveId" clId="{518070C4-C1EE-4AD2-977A-4E4B3EB7F0A5}" dt="2026-06-18T10:21:26.195" v="4523" actId="478"/>
          <ac:spMkLst>
            <pc:docMk/>
            <pc:sldMk cId="2575537782" sldId="270"/>
            <ac:spMk id="7" creationId="{B02D5572-CA35-714A-AD49-6B104113F90B}"/>
          </ac:spMkLst>
        </pc:spChg>
        <pc:spChg chg="add mod">
          <ac:chgData name="MY PC" userId="39206a8bcfa4cbe9" providerId="LiveId" clId="{518070C4-C1EE-4AD2-977A-4E4B3EB7F0A5}" dt="2026-06-18T10:20:53.579" v="4517" actId="1076"/>
          <ac:spMkLst>
            <pc:docMk/>
            <pc:sldMk cId="2575537782" sldId="270"/>
            <ac:spMk id="8" creationId="{C9954ADC-7A3F-D9DD-38F2-A37A17D30EE8}"/>
          </ac:spMkLst>
        </pc:spChg>
        <pc:spChg chg="add mod">
          <ac:chgData name="MY PC" userId="39206a8bcfa4cbe9" providerId="LiveId" clId="{518070C4-C1EE-4AD2-977A-4E4B3EB7F0A5}" dt="2026-06-18T10:21:02.156" v="4520"/>
          <ac:spMkLst>
            <pc:docMk/>
            <pc:sldMk cId="2575537782" sldId="270"/>
            <ac:spMk id="9" creationId="{FD081553-82BF-39A1-CF7F-1D315F766958}"/>
          </ac:spMkLst>
        </pc:spChg>
        <pc:spChg chg="add mod">
          <ac:chgData name="MY PC" userId="39206a8bcfa4cbe9" providerId="LiveId" clId="{518070C4-C1EE-4AD2-977A-4E4B3EB7F0A5}" dt="2026-06-18T10:21:43.146" v="4530" actId="1076"/>
          <ac:spMkLst>
            <pc:docMk/>
            <pc:sldMk cId="2575537782" sldId="270"/>
            <ac:spMk id="10" creationId="{0607E4D1-802D-19AE-07D6-DA8C1118EDAB}"/>
          </ac:spMkLst>
        </pc:spChg>
      </pc:sldChg>
      <pc:sldChg chg="new del">
        <pc:chgData name="MY PC" userId="39206a8bcfa4cbe9" providerId="LiveId" clId="{518070C4-C1EE-4AD2-977A-4E4B3EB7F0A5}" dt="2026-06-18T05:04:46.631" v="2306" actId="680"/>
        <pc:sldMkLst>
          <pc:docMk/>
          <pc:sldMk cId="75172207" sldId="271"/>
        </pc:sldMkLst>
      </pc:sldChg>
      <pc:sldChg chg="addSp delSp modSp new mod modAnim">
        <pc:chgData name="MY PC" userId="39206a8bcfa4cbe9" providerId="LiveId" clId="{518070C4-C1EE-4AD2-977A-4E4B3EB7F0A5}" dt="2026-06-18T11:09:15.250" v="4621"/>
        <pc:sldMkLst>
          <pc:docMk/>
          <pc:sldMk cId="1401569475" sldId="271"/>
        </pc:sldMkLst>
        <pc:spChg chg="add mod">
          <ac:chgData name="MY PC" userId="39206a8bcfa4cbe9" providerId="LiveId" clId="{518070C4-C1EE-4AD2-977A-4E4B3EB7F0A5}" dt="2026-06-18T09:42:02.564" v="3569" actId="1076"/>
          <ac:spMkLst>
            <pc:docMk/>
            <pc:sldMk cId="1401569475" sldId="271"/>
            <ac:spMk id="2" creationId="{03E352A8-D70B-2636-7C22-8C2F88B3A0F2}"/>
          </ac:spMkLst>
        </pc:spChg>
        <pc:spChg chg="add mod">
          <ac:chgData name="MY PC" userId="39206a8bcfa4cbe9" providerId="LiveId" clId="{518070C4-C1EE-4AD2-977A-4E4B3EB7F0A5}" dt="2026-06-18T05:05:35.261" v="2317"/>
          <ac:spMkLst>
            <pc:docMk/>
            <pc:sldMk cId="1401569475" sldId="271"/>
            <ac:spMk id="3" creationId="{D882B2F5-1998-D99F-5F3A-F90F467C92A4}"/>
          </ac:spMkLst>
        </pc:spChg>
        <pc:spChg chg="add del mod">
          <ac:chgData name="MY PC" userId="39206a8bcfa4cbe9" providerId="LiveId" clId="{518070C4-C1EE-4AD2-977A-4E4B3EB7F0A5}" dt="2026-06-18T09:41:51.067" v="3567" actId="478"/>
          <ac:spMkLst>
            <pc:docMk/>
            <pc:sldMk cId="1401569475" sldId="271"/>
            <ac:spMk id="4" creationId="{CDA4F969-0F89-127D-CE6D-FD4E500EEF00}"/>
          </ac:spMkLst>
        </pc:spChg>
        <pc:spChg chg="add mod">
          <ac:chgData name="MY PC" userId="39206a8bcfa4cbe9" providerId="LiveId" clId="{518070C4-C1EE-4AD2-977A-4E4B3EB7F0A5}" dt="2026-06-18T09:42:30.587" v="3585" actId="2711"/>
          <ac:spMkLst>
            <pc:docMk/>
            <pc:sldMk cId="1401569475" sldId="271"/>
            <ac:spMk id="5" creationId="{31D29998-EA7F-732C-D9E8-35C1C1217DA9}"/>
          </ac:spMkLst>
        </pc:spChg>
        <pc:spChg chg="add mod">
          <ac:chgData name="MY PC" userId="39206a8bcfa4cbe9" providerId="LiveId" clId="{518070C4-C1EE-4AD2-977A-4E4B3EB7F0A5}" dt="2026-06-18T09:42:43.244" v="3591" actId="1076"/>
          <ac:spMkLst>
            <pc:docMk/>
            <pc:sldMk cId="1401569475" sldId="271"/>
            <ac:spMk id="6" creationId="{6D4F45FC-C52C-10A2-801A-770D4630EFE6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11" creationId="{67C82B32-C5F7-BB92-681D-01C6CBC1AA5A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16" creationId="{2BF34660-61C6-7BC0-B0F5-170278382836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17" creationId="{1655D1BD-BF82-8B2E-78DD-60586CA88DAA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19" creationId="{88211F96-2BAA-957B-1DB9-FB920E523514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22" creationId="{FDB309E6-CA90-B1EF-73A5-31EF6B028BA7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23" creationId="{14A92C40-1B9C-B662-A12B-0153B601A4DE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24" creationId="{EBF8BE19-7AB7-F7F0-3C53-095504686446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25" creationId="{847F2F33-46C9-95AE-6196-A3738B0D8B74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27" creationId="{3877F5C4-7B6D-C9B6-2B2D-71A7766CCE2A}"/>
          </ac:spMkLst>
        </pc:spChg>
        <pc:spChg chg="add mod">
          <ac:chgData name="MY PC" userId="39206a8bcfa4cbe9" providerId="LiveId" clId="{518070C4-C1EE-4AD2-977A-4E4B3EB7F0A5}" dt="2026-06-18T09:43:38.365" v="3660" actId="1036"/>
          <ac:spMkLst>
            <pc:docMk/>
            <pc:sldMk cId="1401569475" sldId="271"/>
            <ac:spMk id="28" creationId="{C71D0BBB-A788-0038-7AB1-317F92C3E729}"/>
          </ac:spMkLst>
        </pc:spChg>
        <pc:spChg chg="add mod">
          <ac:chgData name="MY PC" userId="39206a8bcfa4cbe9" providerId="LiveId" clId="{518070C4-C1EE-4AD2-977A-4E4B3EB7F0A5}" dt="2026-06-18T09:51:58.940" v="4098" actId="1076"/>
          <ac:spMkLst>
            <pc:docMk/>
            <pc:sldMk cId="1401569475" sldId="271"/>
            <ac:spMk id="29" creationId="{C707DA18-2DFA-B69F-1A33-38BFD67CCDD1}"/>
          </ac:spMkLst>
        </pc:spChg>
        <pc:spChg chg="add mod">
          <ac:chgData name="MY PC" userId="39206a8bcfa4cbe9" providerId="LiveId" clId="{518070C4-C1EE-4AD2-977A-4E4B3EB7F0A5}" dt="2026-06-18T09:45:40.052" v="3716" actId="1038"/>
          <ac:spMkLst>
            <pc:docMk/>
            <pc:sldMk cId="1401569475" sldId="271"/>
            <ac:spMk id="30" creationId="{90C0825C-988F-440B-2112-6DFAE241A955}"/>
          </ac:spMkLst>
        </pc:spChg>
        <pc:spChg chg="add mod">
          <ac:chgData name="MY PC" userId="39206a8bcfa4cbe9" providerId="LiveId" clId="{518070C4-C1EE-4AD2-977A-4E4B3EB7F0A5}" dt="2026-06-18T09:45:48.181" v="3732" actId="1037"/>
          <ac:spMkLst>
            <pc:docMk/>
            <pc:sldMk cId="1401569475" sldId="271"/>
            <ac:spMk id="31" creationId="{53D8BBFE-B7EC-CEA7-F74F-C7067D40209E}"/>
          </ac:spMkLst>
        </pc:spChg>
        <pc:spChg chg="add mod">
          <ac:chgData name="MY PC" userId="39206a8bcfa4cbe9" providerId="LiveId" clId="{518070C4-C1EE-4AD2-977A-4E4B3EB7F0A5}" dt="2026-06-18T09:45:48.181" v="3732" actId="1037"/>
          <ac:spMkLst>
            <pc:docMk/>
            <pc:sldMk cId="1401569475" sldId="271"/>
            <ac:spMk id="32" creationId="{B49287FA-43C9-C95C-8ADA-86C672EBFC2E}"/>
          </ac:spMkLst>
        </pc:spChg>
        <pc:spChg chg="add mod">
          <ac:chgData name="MY PC" userId="39206a8bcfa4cbe9" providerId="LiveId" clId="{518070C4-C1EE-4AD2-977A-4E4B3EB7F0A5}" dt="2026-06-18T09:49:32.153" v="4039" actId="1076"/>
          <ac:spMkLst>
            <pc:docMk/>
            <pc:sldMk cId="1401569475" sldId="271"/>
            <ac:spMk id="33" creationId="{67C4A7E7-6E31-BEFB-DF8F-F721D14ED5CB}"/>
          </ac:spMkLst>
        </pc:spChg>
        <pc:spChg chg="add mod">
          <ac:chgData name="MY PC" userId="39206a8bcfa4cbe9" providerId="LiveId" clId="{518070C4-C1EE-4AD2-977A-4E4B3EB7F0A5}" dt="2026-06-18T09:45:55.300" v="3742" actId="1037"/>
          <ac:spMkLst>
            <pc:docMk/>
            <pc:sldMk cId="1401569475" sldId="271"/>
            <ac:spMk id="34" creationId="{64FC0B7F-330C-3841-EA30-ACC4A3851537}"/>
          </ac:spMkLst>
        </pc:spChg>
        <pc:spChg chg="add mod">
          <ac:chgData name="MY PC" userId="39206a8bcfa4cbe9" providerId="LiveId" clId="{518070C4-C1EE-4AD2-977A-4E4B3EB7F0A5}" dt="2026-06-18T09:46:01.560" v="3753" actId="1037"/>
          <ac:spMkLst>
            <pc:docMk/>
            <pc:sldMk cId="1401569475" sldId="271"/>
            <ac:spMk id="35" creationId="{E2AD422A-3AE1-D1B2-FAAF-AD690DC2A2B0}"/>
          </ac:spMkLst>
        </pc:spChg>
        <pc:spChg chg="add del mod">
          <ac:chgData name="MY PC" userId="39206a8bcfa4cbe9" providerId="LiveId" clId="{518070C4-C1EE-4AD2-977A-4E4B3EB7F0A5}" dt="2026-06-18T09:45:31.781" v="3697" actId="478"/>
          <ac:spMkLst>
            <pc:docMk/>
            <pc:sldMk cId="1401569475" sldId="271"/>
            <ac:spMk id="36" creationId="{F8D4D64C-7588-9067-F1F6-591DEDA82A4C}"/>
          </ac:spMkLst>
        </pc:spChg>
        <pc:spChg chg="add mod">
          <ac:chgData name="MY PC" userId="39206a8bcfa4cbe9" providerId="LiveId" clId="{518070C4-C1EE-4AD2-977A-4E4B3EB7F0A5}" dt="2026-06-18T09:47:02.242" v="3953" actId="1038"/>
          <ac:spMkLst>
            <pc:docMk/>
            <pc:sldMk cId="1401569475" sldId="271"/>
            <ac:spMk id="37" creationId="{7E72FA5F-1155-F0B9-B45B-B7558BB91656}"/>
          </ac:spMkLst>
        </pc:spChg>
        <pc:spChg chg="add mod">
          <ac:chgData name="MY PC" userId="39206a8bcfa4cbe9" providerId="LiveId" clId="{518070C4-C1EE-4AD2-977A-4E4B3EB7F0A5}" dt="2026-06-18T09:47:40.037" v="4021" actId="20577"/>
          <ac:spMkLst>
            <pc:docMk/>
            <pc:sldMk cId="1401569475" sldId="271"/>
            <ac:spMk id="39" creationId="{905A8325-AD37-40C4-DEC4-9B4BE445F2F8}"/>
          </ac:spMkLst>
        </pc:spChg>
        <pc:spChg chg="add mod">
          <ac:chgData name="MY PC" userId="39206a8bcfa4cbe9" providerId="LiveId" clId="{518070C4-C1EE-4AD2-977A-4E4B3EB7F0A5}" dt="2026-06-18T09:47:33.518" v="4019" actId="1076"/>
          <ac:spMkLst>
            <pc:docMk/>
            <pc:sldMk cId="1401569475" sldId="271"/>
            <ac:spMk id="41" creationId="{2EF23440-D32C-E151-2EF0-E2CC6AFF3AA1}"/>
          </ac:spMkLst>
        </pc:spChg>
        <pc:spChg chg="add mod">
          <ac:chgData name="MY PC" userId="39206a8bcfa4cbe9" providerId="LiveId" clId="{518070C4-C1EE-4AD2-977A-4E4B3EB7F0A5}" dt="2026-06-18T09:47:23.021" v="4017" actId="1035"/>
          <ac:spMkLst>
            <pc:docMk/>
            <pc:sldMk cId="1401569475" sldId="271"/>
            <ac:spMk id="43" creationId="{202B3FEA-F7C8-5AB7-0B71-EAFDAF0578D1}"/>
          </ac:spMkLst>
        </pc:spChg>
        <pc:spChg chg="add mod">
          <ac:chgData name="MY PC" userId="39206a8bcfa4cbe9" providerId="LiveId" clId="{518070C4-C1EE-4AD2-977A-4E4B3EB7F0A5}" dt="2026-06-18T09:51:40.822" v="4096"/>
          <ac:spMkLst>
            <pc:docMk/>
            <pc:sldMk cId="1401569475" sldId="271"/>
            <ac:spMk id="45" creationId="{9C8B20BC-8747-8EED-B3DD-A67B8F873620}"/>
          </ac:spMkLst>
        </pc:spChg>
        <pc:spChg chg="add mod">
          <ac:chgData name="MY PC" userId="39206a8bcfa4cbe9" providerId="LiveId" clId="{518070C4-C1EE-4AD2-977A-4E4B3EB7F0A5}" dt="2026-06-18T09:51:40.822" v="4096"/>
          <ac:spMkLst>
            <pc:docMk/>
            <pc:sldMk cId="1401569475" sldId="271"/>
            <ac:spMk id="46" creationId="{C622BFED-490F-2688-1C89-57F5ED169087}"/>
          </ac:spMkLst>
        </pc:spChg>
        <pc:spChg chg="add mod">
          <ac:chgData name="MY PC" userId="39206a8bcfa4cbe9" providerId="LiveId" clId="{518070C4-C1EE-4AD2-977A-4E4B3EB7F0A5}" dt="2026-06-18T09:51:40.822" v="4096"/>
          <ac:spMkLst>
            <pc:docMk/>
            <pc:sldMk cId="1401569475" sldId="271"/>
            <ac:spMk id="47" creationId="{687A4CB7-DDCC-F290-2D6C-492D61655A67}"/>
          </ac:spMkLst>
        </pc:spChg>
        <pc:spChg chg="add mod">
          <ac:chgData name="MY PC" userId="39206a8bcfa4cbe9" providerId="LiveId" clId="{518070C4-C1EE-4AD2-977A-4E4B3EB7F0A5}" dt="2026-06-18T09:51:40.822" v="4096"/>
          <ac:spMkLst>
            <pc:docMk/>
            <pc:sldMk cId="1401569475" sldId="271"/>
            <ac:spMk id="48" creationId="{52DF8894-98EE-ACB5-7A51-C50220413D40}"/>
          </ac:spMkLst>
        </pc:spChg>
        <pc:spChg chg="add mod">
          <ac:chgData name="MY PC" userId="39206a8bcfa4cbe9" providerId="LiveId" clId="{518070C4-C1EE-4AD2-977A-4E4B3EB7F0A5}" dt="2026-06-18T09:51:07.194" v="4085" actId="571"/>
          <ac:spMkLst>
            <pc:docMk/>
            <pc:sldMk cId="1401569475" sldId="271"/>
            <ac:spMk id="49" creationId="{7467FDEB-BDAF-F75A-FB8F-B311C83EBD62}"/>
          </ac:spMkLst>
        </pc:spChg>
        <pc:spChg chg="add mod">
          <ac:chgData name="MY PC" userId="39206a8bcfa4cbe9" providerId="LiveId" clId="{518070C4-C1EE-4AD2-977A-4E4B3EB7F0A5}" dt="2026-06-18T09:51:07.194" v="4085" actId="571"/>
          <ac:spMkLst>
            <pc:docMk/>
            <pc:sldMk cId="1401569475" sldId="271"/>
            <ac:spMk id="50" creationId="{E29824FD-8253-5C42-A3D7-A5A10909C25B}"/>
          </ac:spMkLst>
        </pc:spChg>
        <pc:spChg chg="add mod">
          <ac:chgData name="MY PC" userId="39206a8bcfa4cbe9" providerId="LiveId" clId="{518070C4-C1EE-4AD2-977A-4E4B3EB7F0A5}" dt="2026-06-18T09:51:07.194" v="4085" actId="571"/>
          <ac:spMkLst>
            <pc:docMk/>
            <pc:sldMk cId="1401569475" sldId="271"/>
            <ac:spMk id="51" creationId="{F84DE42A-FF85-62B9-FD3C-D39195C07246}"/>
          </ac:spMkLst>
        </pc:spChg>
        <pc:spChg chg="add mod">
          <ac:chgData name="MY PC" userId="39206a8bcfa4cbe9" providerId="LiveId" clId="{518070C4-C1EE-4AD2-977A-4E4B3EB7F0A5}" dt="2026-06-18T09:53:09.680" v="4116" actId="403"/>
          <ac:spMkLst>
            <pc:docMk/>
            <pc:sldMk cId="1401569475" sldId="271"/>
            <ac:spMk id="52" creationId="{B439B0A4-7497-67B4-C334-47D11B6CB161}"/>
          </ac:spMkLst>
        </pc:spChg>
        <pc:spChg chg="add mod">
          <ac:chgData name="MY PC" userId="39206a8bcfa4cbe9" providerId="LiveId" clId="{518070C4-C1EE-4AD2-977A-4E4B3EB7F0A5}" dt="2026-06-18T09:53:09.680" v="4116" actId="403"/>
          <ac:spMkLst>
            <pc:docMk/>
            <pc:sldMk cId="1401569475" sldId="271"/>
            <ac:spMk id="53" creationId="{AC3FEF23-D6A4-EE47-D3A1-5D2EA337BD30}"/>
          </ac:spMkLst>
        </pc:spChg>
        <pc:spChg chg="add mod">
          <ac:chgData name="MY PC" userId="39206a8bcfa4cbe9" providerId="LiveId" clId="{518070C4-C1EE-4AD2-977A-4E4B3EB7F0A5}" dt="2026-06-18T09:53:09.680" v="4116" actId="403"/>
          <ac:spMkLst>
            <pc:docMk/>
            <pc:sldMk cId="1401569475" sldId="271"/>
            <ac:spMk id="54" creationId="{32FE6EB3-19C9-994E-B5A0-298C87E7F8EF}"/>
          </ac:spMkLst>
        </pc:spChg>
        <pc:spChg chg="add mod">
          <ac:chgData name="MY PC" userId="39206a8bcfa4cbe9" providerId="LiveId" clId="{518070C4-C1EE-4AD2-977A-4E4B3EB7F0A5}" dt="2026-06-18T09:53:09.680" v="4116" actId="403"/>
          <ac:spMkLst>
            <pc:docMk/>
            <pc:sldMk cId="1401569475" sldId="271"/>
            <ac:spMk id="55" creationId="{7A6DC198-7BBB-21C5-F477-49D86E495298}"/>
          </ac:spMkLst>
        </pc:spChg>
        <pc:spChg chg="add mod">
          <ac:chgData name="MY PC" userId="39206a8bcfa4cbe9" providerId="LiveId" clId="{518070C4-C1EE-4AD2-977A-4E4B3EB7F0A5}" dt="2026-06-18T09:53:43.481" v="4130" actId="2711"/>
          <ac:spMkLst>
            <pc:docMk/>
            <pc:sldMk cId="1401569475" sldId="271"/>
            <ac:spMk id="56" creationId="{B49ACEC3-348F-F420-04C6-B8DE4E1FDCA7}"/>
          </ac:spMkLst>
        </pc:spChg>
        <pc:spChg chg="add mod">
          <ac:chgData name="MY PC" userId="39206a8bcfa4cbe9" providerId="LiveId" clId="{518070C4-C1EE-4AD2-977A-4E4B3EB7F0A5}" dt="2026-06-18T10:20:58.722" v="4519" actId="1076"/>
          <ac:spMkLst>
            <pc:docMk/>
            <pc:sldMk cId="1401569475" sldId="271"/>
            <ac:spMk id="57" creationId="{EFDB2455-628C-703B-E5E2-FD52A7E4C415}"/>
          </ac:spMkLst>
        </pc:spChg>
        <pc:spChg chg="add mod">
          <ac:chgData name="MY PC" userId="39206a8bcfa4cbe9" providerId="LiveId" clId="{518070C4-C1EE-4AD2-977A-4E4B3EB7F0A5}" dt="2026-06-18T11:07:24.871" v="4607" actId="571"/>
          <ac:spMkLst>
            <pc:docMk/>
            <pc:sldMk cId="1401569475" sldId="271"/>
            <ac:spMk id="58" creationId="{3DF4FF50-2D1C-B9F1-9617-93E2ABFAE66D}"/>
          </ac:spMkLst>
        </pc:spChg>
        <pc:spChg chg="add mod">
          <ac:chgData name="MY PC" userId="39206a8bcfa4cbe9" providerId="LiveId" clId="{518070C4-C1EE-4AD2-977A-4E4B3EB7F0A5}" dt="2026-06-18T11:07:24.871" v="4607" actId="571"/>
          <ac:spMkLst>
            <pc:docMk/>
            <pc:sldMk cId="1401569475" sldId="271"/>
            <ac:spMk id="59" creationId="{D471E51D-5FA8-7251-F185-15263B843E7C}"/>
          </ac:spMkLst>
        </pc:spChg>
        <pc:spChg chg="add mod">
          <ac:chgData name="MY PC" userId="39206a8bcfa4cbe9" providerId="LiveId" clId="{518070C4-C1EE-4AD2-977A-4E4B3EB7F0A5}" dt="2026-06-18T11:07:24.871" v="4607" actId="571"/>
          <ac:spMkLst>
            <pc:docMk/>
            <pc:sldMk cId="1401569475" sldId="271"/>
            <ac:spMk id="60" creationId="{9B1AEC41-04D5-177C-9948-658C876BB4D4}"/>
          </ac:spMkLst>
        </pc:spChg>
        <pc:spChg chg="add mod">
          <ac:chgData name="MY PC" userId="39206a8bcfa4cbe9" providerId="LiveId" clId="{518070C4-C1EE-4AD2-977A-4E4B3EB7F0A5}" dt="2026-06-18T11:07:24.871" v="4607" actId="571"/>
          <ac:spMkLst>
            <pc:docMk/>
            <pc:sldMk cId="1401569475" sldId="271"/>
            <ac:spMk id="62" creationId="{07D55C9A-7C39-19D0-DFD0-4FFA2E50E5DE}"/>
          </ac:spMkLst>
        </pc:spChg>
        <pc:spChg chg="add mod">
          <ac:chgData name="MY PC" userId="39206a8bcfa4cbe9" providerId="LiveId" clId="{518070C4-C1EE-4AD2-977A-4E4B3EB7F0A5}" dt="2026-06-18T11:08:26.732" v="4614" actId="571"/>
          <ac:spMkLst>
            <pc:docMk/>
            <pc:sldMk cId="1401569475" sldId="271"/>
            <ac:spMk id="63" creationId="{F173CEE3-DB29-4E4A-E0D9-B06427CFC4ED}"/>
          </ac:spMkLst>
        </pc:spChg>
        <pc:spChg chg="add mod">
          <ac:chgData name="MY PC" userId="39206a8bcfa4cbe9" providerId="LiveId" clId="{518070C4-C1EE-4AD2-977A-4E4B3EB7F0A5}" dt="2026-06-18T11:08:26.732" v="4614" actId="571"/>
          <ac:spMkLst>
            <pc:docMk/>
            <pc:sldMk cId="1401569475" sldId="271"/>
            <ac:spMk id="64" creationId="{68F8EA8D-71D2-BD13-EDD1-8E29267147BF}"/>
          </ac:spMkLst>
        </pc:spChg>
        <pc:spChg chg="add mod">
          <ac:chgData name="MY PC" userId="39206a8bcfa4cbe9" providerId="LiveId" clId="{518070C4-C1EE-4AD2-977A-4E4B3EB7F0A5}" dt="2026-06-18T11:08:26.732" v="4614" actId="571"/>
          <ac:spMkLst>
            <pc:docMk/>
            <pc:sldMk cId="1401569475" sldId="271"/>
            <ac:spMk id="65" creationId="{25CAECA9-51E0-12FF-DBB1-3DF7C79E0701}"/>
          </ac:spMkLst>
        </pc:spChg>
        <pc:spChg chg="add mod">
          <ac:chgData name="MY PC" userId="39206a8bcfa4cbe9" providerId="LiveId" clId="{518070C4-C1EE-4AD2-977A-4E4B3EB7F0A5}" dt="2026-06-18T11:08:26.732" v="4614" actId="571"/>
          <ac:spMkLst>
            <pc:docMk/>
            <pc:sldMk cId="1401569475" sldId="271"/>
            <ac:spMk id="67" creationId="{BC082300-5C8B-B72A-DD1A-F197B8C72268}"/>
          </ac:spMkLst>
        </pc:spChg>
        <pc:spChg chg="add mod">
          <ac:chgData name="MY PC" userId="39206a8bcfa4cbe9" providerId="LiveId" clId="{518070C4-C1EE-4AD2-977A-4E4B3EB7F0A5}" dt="2026-06-18T11:08:26.732" v="4614" actId="571"/>
          <ac:spMkLst>
            <pc:docMk/>
            <pc:sldMk cId="1401569475" sldId="271"/>
            <ac:spMk id="68" creationId="{95B4538F-B27E-B9E9-89DB-5FD2050E3E89}"/>
          </ac:spMkLst>
        </pc:spChg>
        <pc:picChg chg="add mod">
          <ac:chgData name="MY PC" userId="39206a8bcfa4cbe9" providerId="LiveId" clId="{518070C4-C1EE-4AD2-977A-4E4B3EB7F0A5}" dt="2026-06-18T09:47:11.012" v="3972" actId="1038"/>
          <ac:picMkLst>
            <pc:docMk/>
            <pc:sldMk cId="1401569475" sldId="271"/>
            <ac:picMk id="38" creationId="{23FC7918-1C0F-74AF-8F82-20FF84C5E82B}"/>
          </ac:picMkLst>
        </pc:picChg>
        <pc:picChg chg="add mod">
          <ac:chgData name="MY PC" userId="39206a8bcfa4cbe9" providerId="LiveId" clId="{518070C4-C1EE-4AD2-977A-4E4B3EB7F0A5}" dt="2026-06-18T09:47:48.865" v="4023" actId="1076"/>
          <ac:picMkLst>
            <pc:docMk/>
            <pc:sldMk cId="1401569475" sldId="271"/>
            <ac:picMk id="40" creationId="{B72515CD-FCE1-3FD9-19D7-89CD1FEA8D2B}"/>
          </ac:picMkLst>
        </pc:picChg>
        <pc:picChg chg="add mod">
          <ac:chgData name="MY PC" userId="39206a8bcfa4cbe9" providerId="LiveId" clId="{518070C4-C1EE-4AD2-977A-4E4B3EB7F0A5}" dt="2026-06-18T09:47:36.518" v="4020" actId="1076"/>
          <ac:picMkLst>
            <pc:docMk/>
            <pc:sldMk cId="1401569475" sldId="271"/>
            <ac:picMk id="42" creationId="{0689AE2A-C549-37C3-F541-C3EE1AF9709C}"/>
          </ac:picMkLst>
        </pc:picChg>
        <pc:picChg chg="add mod">
          <ac:chgData name="MY PC" userId="39206a8bcfa4cbe9" providerId="LiveId" clId="{518070C4-C1EE-4AD2-977A-4E4B3EB7F0A5}" dt="2026-06-18T09:47:27.605" v="4018" actId="1076"/>
          <ac:picMkLst>
            <pc:docMk/>
            <pc:sldMk cId="1401569475" sldId="271"/>
            <ac:picMk id="44" creationId="{EF19EBF2-6E2C-AE26-CC55-49FB0566CC9E}"/>
          </ac:picMkLst>
        </pc:picChg>
        <pc:picChg chg="add mod">
          <ac:chgData name="MY PC" userId="39206a8bcfa4cbe9" providerId="LiveId" clId="{518070C4-C1EE-4AD2-977A-4E4B3EB7F0A5}" dt="2026-06-18T11:07:24.871" v="4607" actId="571"/>
          <ac:picMkLst>
            <pc:docMk/>
            <pc:sldMk cId="1401569475" sldId="271"/>
            <ac:picMk id="61" creationId="{909818CF-6BA6-2758-DE8E-1D7B8497192A}"/>
          </ac:picMkLst>
        </pc:picChg>
        <pc:picChg chg="add mod">
          <ac:chgData name="MY PC" userId="39206a8bcfa4cbe9" providerId="LiveId" clId="{518070C4-C1EE-4AD2-977A-4E4B3EB7F0A5}" dt="2026-06-18T11:08:26.732" v="4614" actId="571"/>
          <ac:picMkLst>
            <pc:docMk/>
            <pc:sldMk cId="1401569475" sldId="271"/>
            <ac:picMk id="66" creationId="{2FE1CDE3-786F-3B3B-BBDF-ADC5A3D7A066}"/>
          </ac:picMkLst>
        </pc:picChg>
      </pc:sldChg>
      <pc:sldChg chg="add del">
        <pc:chgData name="MY PC" userId="39206a8bcfa4cbe9" providerId="LiveId" clId="{518070C4-C1EE-4AD2-977A-4E4B3EB7F0A5}" dt="2026-06-18T02:56:48.871" v="312"/>
        <pc:sldMkLst>
          <pc:docMk/>
          <pc:sldMk cId="2035572777" sldId="271"/>
        </pc:sldMkLst>
      </pc:sldChg>
      <pc:sldChg chg="add del">
        <pc:chgData name="MY PC" userId="39206a8bcfa4cbe9" providerId="LiveId" clId="{518070C4-C1EE-4AD2-977A-4E4B3EB7F0A5}" dt="2026-06-18T02:56:48.871" v="312"/>
        <pc:sldMkLst>
          <pc:docMk/>
          <pc:sldMk cId="949433841" sldId="272"/>
        </pc:sldMkLst>
      </pc:sldChg>
      <pc:sldChg chg="addSp modSp new mod modAnim">
        <pc:chgData name="MY PC" userId="39206a8bcfa4cbe9" providerId="LiveId" clId="{518070C4-C1EE-4AD2-977A-4E4B3EB7F0A5}" dt="2026-06-18T11:09:48.794" v="4627"/>
        <pc:sldMkLst>
          <pc:docMk/>
          <pc:sldMk cId="3481571960" sldId="272"/>
        </pc:sldMkLst>
        <pc:spChg chg="add mod">
          <ac:chgData name="MY PC" userId="39206a8bcfa4cbe9" providerId="LiveId" clId="{518070C4-C1EE-4AD2-977A-4E4B3EB7F0A5}" dt="2026-06-18T10:22:52.229" v="4547" actId="1076"/>
          <ac:spMkLst>
            <pc:docMk/>
            <pc:sldMk cId="3481571960" sldId="272"/>
            <ac:spMk id="2" creationId="{F0ADAC2D-8805-FFA0-F771-7EF69454E032}"/>
          </ac:spMkLst>
        </pc:spChg>
        <pc:spChg chg="add mod">
          <ac:chgData name="MY PC" userId="39206a8bcfa4cbe9" providerId="LiveId" clId="{518070C4-C1EE-4AD2-977A-4E4B3EB7F0A5}" dt="2026-06-18T05:05:36.761" v="2318"/>
          <ac:spMkLst>
            <pc:docMk/>
            <pc:sldMk cId="3481571960" sldId="272"/>
            <ac:spMk id="3" creationId="{4AE1729A-BDC7-73E6-0E03-8A96F3B06B82}"/>
          </ac:spMkLst>
        </pc:spChg>
        <pc:spChg chg="add mod">
          <ac:chgData name="MY PC" userId="39206a8bcfa4cbe9" providerId="LiveId" clId="{518070C4-C1EE-4AD2-977A-4E4B3EB7F0A5}" dt="2026-06-18T09:54:21.535" v="4131"/>
          <ac:spMkLst>
            <pc:docMk/>
            <pc:sldMk cId="3481571960" sldId="272"/>
            <ac:spMk id="4" creationId="{572E08AF-E49C-ED0F-518E-1E68A8121773}"/>
          </ac:spMkLst>
        </pc:spChg>
        <pc:spChg chg="add mod">
          <ac:chgData name="MY PC" userId="39206a8bcfa4cbe9" providerId="LiveId" clId="{518070C4-C1EE-4AD2-977A-4E4B3EB7F0A5}" dt="2026-06-18T09:55:08.257" v="4144" actId="2711"/>
          <ac:spMkLst>
            <pc:docMk/>
            <pc:sldMk cId="3481571960" sldId="272"/>
            <ac:spMk id="6" creationId="{87904565-CA56-C5E5-668E-B21107FA12F6}"/>
          </ac:spMkLst>
        </pc:spChg>
        <pc:spChg chg="add mod">
          <ac:chgData name="MY PC" userId="39206a8bcfa4cbe9" providerId="LiveId" clId="{518070C4-C1EE-4AD2-977A-4E4B3EB7F0A5}" dt="2026-06-18T09:55:48.515" v="4158" actId="1076"/>
          <ac:spMkLst>
            <pc:docMk/>
            <pc:sldMk cId="3481571960" sldId="272"/>
            <ac:spMk id="7" creationId="{9105186A-21A9-90B6-B2F0-31CB26AD7C66}"/>
          </ac:spMkLst>
        </pc:spChg>
        <pc:spChg chg="add mod">
          <ac:chgData name="MY PC" userId="39206a8bcfa4cbe9" providerId="LiveId" clId="{518070C4-C1EE-4AD2-977A-4E4B3EB7F0A5}" dt="2026-06-18T10:22:36.738" v="4545" actId="1076"/>
          <ac:spMkLst>
            <pc:docMk/>
            <pc:sldMk cId="3481571960" sldId="272"/>
            <ac:spMk id="8" creationId="{54810C1B-EFC4-7E82-428B-E4F2BD029776}"/>
          </ac:spMkLst>
        </pc:spChg>
        <pc:spChg chg="add mod">
          <ac:chgData name="MY PC" userId="39206a8bcfa4cbe9" providerId="LiveId" clId="{518070C4-C1EE-4AD2-977A-4E4B3EB7F0A5}" dt="2026-06-18T09:56:31.080" v="4174" actId="1076"/>
          <ac:spMkLst>
            <pc:docMk/>
            <pc:sldMk cId="3481571960" sldId="272"/>
            <ac:spMk id="9" creationId="{07BB3B54-58F2-87DB-45CD-6F9241CFEB52}"/>
          </ac:spMkLst>
        </pc:spChg>
        <pc:spChg chg="add mod ord">
          <ac:chgData name="MY PC" userId="39206a8bcfa4cbe9" providerId="LiveId" clId="{518070C4-C1EE-4AD2-977A-4E4B3EB7F0A5}" dt="2026-06-18T10:22:25.914" v="4543" actId="171"/>
          <ac:spMkLst>
            <pc:docMk/>
            <pc:sldMk cId="3481571960" sldId="272"/>
            <ac:spMk id="10" creationId="{8CC12BC0-A77A-98C4-6349-64993E5FD359}"/>
          </ac:spMkLst>
        </pc:spChg>
        <pc:picChg chg="add mod">
          <ac:chgData name="MY PC" userId="39206a8bcfa4cbe9" providerId="LiveId" clId="{518070C4-C1EE-4AD2-977A-4E4B3EB7F0A5}" dt="2026-06-18T09:54:21.535" v="4131"/>
          <ac:picMkLst>
            <pc:docMk/>
            <pc:sldMk cId="3481571960" sldId="272"/>
            <ac:picMk id="5" creationId="{D388CB94-2DE2-6CBA-20F5-E227426B67C5}"/>
          </ac:picMkLst>
        </pc:picChg>
      </pc:sldChg>
      <pc:sldChg chg="add del">
        <pc:chgData name="MY PC" userId="39206a8bcfa4cbe9" providerId="LiveId" clId="{518070C4-C1EE-4AD2-977A-4E4B3EB7F0A5}" dt="2026-06-18T02:56:48.631" v="311"/>
        <pc:sldMkLst>
          <pc:docMk/>
          <pc:sldMk cId="2304478627" sldId="273"/>
        </pc:sldMkLst>
      </pc:sldChg>
      <pc:sldChg chg="addSp modSp new mod modAnim">
        <pc:chgData name="MY PC" userId="39206a8bcfa4cbe9" providerId="LiveId" clId="{518070C4-C1EE-4AD2-977A-4E4B3EB7F0A5}" dt="2026-06-18T11:10:31.875" v="4634"/>
        <pc:sldMkLst>
          <pc:docMk/>
          <pc:sldMk cId="3091187525" sldId="273"/>
        </pc:sldMkLst>
        <pc:spChg chg="add mod">
          <ac:chgData name="MY PC" userId="39206a8bcfa4cbe9" providerId="LiveId" clId="{518070C4-C1EE-4AD2-977A-4E4B3EB7F0A5}" dt="2026-06-18T10:10:30.532" v="4335"/>
          <ac:spMkLst>
            <pc:docMk/>
            <pc:sldMk cId="3091187525" sldId="273"/>
            <ac:spMk id="2" creationId="{25BF9E08-84C6-7FCC-4E99-0B995D4D468C}"/>
          </ac:spMkLst>
        </pc:spChg>
        <pc:spChg chg="add mod">
          <ac:chgData name="MY PC" userId="39206a8bcfa4cbe9" providerId="LiveId" clId="{518070C4-C1EE-4AD2-977A-4E4B3EB7F0A5}" dt="2026-06-18T05:05:38.046" v="2319"/>
          <ac:spMkLst>
            <pc:docMk/>
            <pc:sldMk cId="3091187525" sldId="273"/>
            <ac:spMk id="3" creationId="{DF4D0B10-AC64-2B04-B2DC-B88695F1A83B}"/>
          </ac:spMkLst>
        </pc:spChg>
        <pc:spChg chg="add mod">
          <ac:chgData name="MY PC" userId="39206a8bcfa4cbe9" providerId="LiveId" clId="{518070C4-C1EE-4AD2-977A-4E4B3EB7F0A5}" dt="2026-06-18T09:57:04.713" v="4176"/>
          <ac:spMkLst>
            <pc:docMk/>
            <pc:sldMk cId="3091187525" sldId="273"/>
            <ac:spMk id="4" creationId="{D9AA28F0-E189-4AFD-AB30-0C9248D82EDE}"/>
          </ac:spMkLst>
        </pc:spChg>
        <pc:spChg chg="add mod">
          <ac:chgData name="MY PC" userId="39206a8bcfa4cbe9" providerId="LiveId" clId="{518070C4-C1EE-4AD2-977A-4E4B3EB7F0A5}" dt="2026-06-18T09:57:54.640" v="4301" actId="2711"/>
          <ac:spMkLst>
            <pc:docMk/>
            <pc:sldMk cId="3091187525" sldId="273"/>
            <ac:spMk id="6" creationId="{2A1A2BC6-B1D3-BE42-88E6-4E395AF549AA}"/>
          </ac:spMkLst>
        </pc:spChg>
        <pc:spChg chg="add mod">
          <ac:chgData name="MY PC" userId="39206a8bcfa4cbe9" providerId="LiveId" clId="{518070C4-C1EE-4AD2-977A-4E4B3EB7F0A5}" dt="2026-06-18T09:58:01.475" v="4302" actId="1076"/>
          <ac:spMkLst>
            <pc:docMk/>
            <pc:sldMk cId="3091187525" sldId="273"/>
            <ac:spMk id="7" creationId="{A53BA7DD-3199-4784-BFFE-372F0F75438D}"/>
          </ac:spMkLst>
        </pc:spChg>
        <pc:spChg chg="add mod">
          <ac:chgData name="MY PC" userId="39206a8bcfa4cbe9" providerId="LiveId" clId="{518070C4-C1EE-4AD2-977A-4E4B3EB7F0A5}" dt="2026-06-18T09:59:07.903" v="4334" actId="403"/>
          <ac:spMkLst>
            <pc:docMk/>
            <pc:sldMk cId="3091187525" sldId="273"/>
            <ac:spMk id="8" creationId="{F2F7B25E-F4FB-9D81-2641-59BB390B96E5}"/>
          </ac:spMkLst>
        </pc:spChg>
        <pc:spChg chg="add mod">
          <ac:chgData name="MY PC" userId="39206a8bcfa4cbe9" providerId="LiveId" clId="{518070C4-C1EE-4AD2-977A-4E4B3EB7F0A5}" dt="2026-06-18T09:58:29.308" v="4318" actId="14100"/>
          <ac:spMkLst>
            <pc:docMk/>
            <pc:sldMk cId="3091187525" sldId="273"/>
            <ac:spMk id="9" creationId="{98BA5E23-6C6D-5083-4AE2-985675F32E07}"/>
          </ac:spMkLst>
        </pc:spChg>
        <pc:spChg chg="add mod">
          <ac:chgData name="MY PC" userId="39206a8bcfa4cbe9" providerId="LiveId" clId="{518070C4-C1EE-4AD2-977A-4E4B3EB7F0A5}" dt="2026-06-18T09:59:03.583" v="4333" actId="403"/>
          <ac:spMkLst>
            <pc:docMk/>
            <pc:sldMk cId="3091187525" sldId="273"/>
            <ac:spMk id="10" creationId="{EFD60C66-353C-2F36-D916-340C5DC5E117}"/>
          </ac:spMkLst>
        </pc:spChg>
        <pc:spChg chg="add mod">
          <ac:chgData name="MY PC" userId="39206a8bcfa4cbe9" providerId="LiveId" clId="{518070C4-C1EE-4AD2-977A-4E4B3EB7F0A5}" dt="2026-06-18T09:58:56.395" v="4332" actId="14100"/>
          <ac:spMkLst>
            <pc:docMk/>
            <pc:sldMk cId="3091187525" sldId="273"/>
            <ac:spMk id="11" creationId="{EF3B1F36-1947-A417-F2D7-5786050CC17A}"/>
          </ac:spMkLst>
        </pc:spChg>
        <pc:picChg chg="add mod">
          <ac:chgData name="MY PC" userId="39206a8bcfa4cbe9" providerId="LiveId" clId="{518070C4-C1EE-4AD2-977A-4E4B3EB7F0A5}" dt="2026-06-18T09:57:04.713" v="4176"/>
          <ac:picMkLst>
            <pc:docMk/>
            <pc:sldMk cId="3091187525" sldId="273"/>
            <ac:picMk id="5" creationId="{D27C1635-7C97-B26B-C163-B2CE1AC1464E}"/>
          </ac:picMkLst>
        </pc:picChg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643973504" sldId="274"/>
        </pc:sldMkLst>
      </pc:sldChg>
      <pc:sldChg chg="add del">
        <pc:chgData name="MY PC" userId="39206a8bcfa4cbe9" providerId="LiveId" clId="{518070C4-C1EE-4AD2-977A-4E4B3EB7F0A5}" dt="2026-06-18T02:56:48.631" v="311"/>
        <pc:sldMkLst>
          <pc:docMk/>
          <pc:sldMk cId="2341368793" sldId="274"/>
        </pc:sldMkLst>
      </pc:sldChg>
      <pc:sldChg chg="add del">
        <pc:chgData name="MY PC" userId="39206a8bcfa4cbe9" providerId="LiveId" clId="{518070C4-C1EE-4AD2-977A-4E4B3EB7F0A5}" dt="2026-06-18T05:05:01.810" v="2311"/>
        <pc:sldMkLst>
          <pc:docMk/>
          <pc:sldMk cId="4045986759" sldId="274"/>
        </pc:sldMkLst>
      </pc:sldChg>
      <pc:sldChg chg="add del">
        <pc:chgData name="MY PC" userId="39206a8bcfa4cbe9" providerId="LiveId" clId="{518070C4-C1EE-4AD2-977A-4E4B3EB7F0A5}" dt="2026-06-18T05:05:01.810" v="2311"/>
        <pc:sldMkLst>
          <pc:docMk/>
          <pc:sldMk cId="2613062196" sldId="275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2710725795" sldId="275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1982160606" sldId="276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1595926505" sldId="277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2259961096" sldId="278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1037252663" sldId="279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2224281126" sldId="280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3603775330" sldId="281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3887271889" sldId="282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2213461376" sldId="283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1974752008" sldId="284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104411082" sldId="285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1504749464" sldId="286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2792341517" sldId="287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1295801184" sldId="288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890191587" sldId="289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1199656408" sldId="290"/>
        </pc:sldMkLst>
      </pc:sldChg>
      <pc:sldChg chg="add del">
        <pc:chgData name="MY PC" userId="39206a8bcfa4cbe9" providerId="LiveId" clId="{518070C4-C1EE-4AD2-977A-4E4B3EB7F0A5}" dt="2026-06-18T05:05:14.762" v="2313"/>
        <pc:sldMkLst>
          <pc:docMk/>
          <pc:sldMk cId="3788801608" sldId="29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cap="all" spc="100" normalizeH="0" baseline="0">
                <a:solidFill>
                  <a:schemeClr val="lt1"/>
                </a:solidFill>
                <a:latin typeface="Bell MT" panose="02020503060305020303" pitchFamily="18" charset="0"/>
                <a:ea typeface="+mn-ea"/>
                <a:cs typeface="+mn-cs"/>
              </a:defRPr>
            </a:pPr>
            <a:r>
              <a:rPr lang="en-US" sz="2400">
                <a:latin typeface="Bell MT" panose="02020503060305020303" pitchFamily="18" charset="0"/>
              </a:rPr>
              <a:t>Decaying sinusoid: v(t) = e⁻ᵃᵗ cos(</a:t>
            </a:r>
            <a:r>
              <a:rPr lang="el-GR" sz="2400"/>
              <a:t>ω</a:t>
            </a:r>
            <a:r>
              <a:rPr lang="en-US" sz="2400">
                <a:latin typeface="Bell MT" panose="02020503060305020303" pitchFamily="18" charset="0"/>
              </a:rPr>
              <a:t>d 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cap="all" spc="100" normalizeH="0" baseline="0">
              <a:solidFill>
                <a:schemeClr val="lt1"/>
              </a:solidFill>
              <a:latin typeface="Bell MT" panose="020205030603050203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v(t)</c:v>
                </c:pt>
              </c:strCache>
            </c:strRef>
          </c:tx>
          <c:spPr>
            <a:ln w="34925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5"/>
              </a:outerShdw>
            </a:effectLst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0.38077444872438276</c:v>
                </c:pt>
                <c:pt idx="2">
                  <c:v>-0.41470972811599821</c:v>
                </c:pt>
                <c:pt idx="3">
                  <c:v>-0.58414895509329734</c:v>
                </c:pt>
                <c:pt idx="4">
                  <c:v>-0.15261698660331913</c:v>
                </c:pt>
                <c:pt idx="5">
                  <c:v>0.29541751339616734</c:v>
                </c:pt>
                <c:pt idx="6">
                  <c:v>0.3325222543620267</c:v>
                </c:pt>
                <c:pt idx="7">
                  <c:v>4.5054753001981571E-2</c:v>
                </c:pt>
                <c:pt idx="8">
                  <c:v>-0.20001307474185112</c:v>
                </c:pt>
                <c:pt idx="9">
                  <c:v>-0.18406928437070921</c:v>
                </c:pt>
                <c:pt idx="10">
                  <c:v>7.6907099190428587E-4</c:v>
                </c:pt>
                <c:pt idx="11">
                  <c:v>0.1302971175450304</c:v>
                </c:pt>
                <c:pt idx="12">
                  <c:v>9.8685671039026882E-2</c:v>
                </c:pt>
                <c:pt idx="13">
                  <c:v>-1.666486288489959E-2</c:v>
                </c:pt>
                <c:pt idx="14">
                  <c:v>-8.2233724963231405E-2</c:v>
                </c:pt>
                <c:pt idx="15">
                  <c:v>-5.0881472187069718E-2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13C-4AE9-8B75-48F40F35CA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3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3600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36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12700" cap="flat" cmpd="sng" algn="ctr">
            <a:solidFill>
              <a:schemeClr val="l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1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1" i="0" u="none" strike="noStrike" kern="1200" baseline="0">
                    <a:solidFill>
                      <a:schemeClr val="lt1"/>
                    </a:solidFill>
                    <a:latin typeface="Bodoni MT" panose="02070603080606020203" pitchFamily="18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 sz="2800">
                    <a:latin typeface="Bodoni MT" panose="02070603080606020203" pitchFamily="18" charset="0"/>
                    <a:cs typeface="Arial" panose="020B0604020202020204" pitchFamily="34" charset="0"/>
                  </a:rPr>
                  <a:t>amplitude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800" b="1" i="0" u="none" strike="noStrike" kern="1200" baseline="0">
                  <a:solidFill>
                    <a:schemeClr val="lt1"/>
                  </a:solidFill>
                  <a:latin typeface="Bodoni MT" panose="02070603080606020203" pitchFamily="18" charset="0"/>
                  <a:ea typeface="+mn-ea"/>
                  <a:cs typeface="Arial" panose="020B0604020202020204" pitchFamily="34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chemeClr val="accent5"/>
    </a:solidFill>
    <a:ln w="9525" cap="flat" cmpd="sng" algn="ctr">
      <a:solidFill>
        <a:schemeClr val="accent5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MV Boli" panose="02000500030200090000" pitchFamily="2" charset="0"/>
                <a:ea typeface="+mn-ea"/>
                <a:cs typeface="MV Boli" panose="02000500030200090000" pitchFamily="2" charset="0"/>
              </a:defRPr>
            </a:pPr>
            <a:r>
              <a:rPr lang="en-US" sz="1800" dirty="0">
                <a:latin typeface="MV Boli" panose="02000500030200090000" pitchFamily="2" charset="0"/>
                <a:cs typeface="MV Boli" panose="02000500030200090000" pitchFamily="2" charset="0"/>
              </a:rPr>
              <a:t>Resonant magnitude response |H(</a:t>
            </a:r>
            <a:r>
              <a:rPr lang="el-GR" sz="1800" dirty="0">
                <a:cs typeface="MV Boli" panose="02000500030200090000" pitchFamily="2" charset="0"/>
              </a:rPr>
              <a:t>ω)| </a:t>
            </a:r>
            <a:r>
              <a:rPr lang="en-US" sz="1800" dirty="0">
                <a:latin typeface="MV Boli" panose="02000500030200090000" pitchFamily="2" charset="0"/>
                <a:cs typeface="MV Boli" panose="02000500030200090000" pitchFamily="2" charset="0"/>
              </a:rPr>
              <a:t>vs. </a:t>
            </a:r>
            <a:r>
              <a:rPr lang="el-GR" sz="1800" dirty="0">
                <a:cs typeface="MV Boli" panose="02000500030200090000" pitchFamily="2" charset="0"/>
              </a:rPr>
              <a:t>ω/ω₀  (</a:t>
            </a:r>
            <a:r>
              <a:rPr lang="en-US" sz="1800" dirty="0">
                <a:latin typeface="MV Boli" panose="02000500030200090000" pitchFamily="2" charset="0"/>
                <a:cs typeface="MV Boli" panose="02000500030200090000" pitchFamily="2" charset="0"/>
              </a:rPr>
              <a:t>Q = 5)</a:t>
            </a:r>
          </a:p>
        </c:rich>
      </c:tx>
      <c:layout>
        <c:manualLayout>
          <c:xMode val="edge"/>
          <c:yMode val="edge"/>
          <c:x val="0.14619876554785388"/>
          <c:y val="5.394407655811305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MV Boli" panose="02000500030200090000" pitchFamily="2" charset="0"/>
              <a:ea typeface="+mn-ea"/>
              <a:cs typeface="MV Boli" panose="02000500030200090000" pitchFamily="2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|H(ω)|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0.1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1.5</c:v>
                </c:pt>
                <c:pt idx="6">
                  <c:v>2</c:v>
                </c:pt>
                <c:pt idx="7">
                  <c:v>3</c:v>
                </c:pt>
                <c:pt idx="8">
                  <c:v>5</c:v>
                </c:pt>
                <c:pt idx="9">
                  <c:v>8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2.0197899022825542E-2</c:v>
                </c:pt>
                <c:pt idx="1">
                  <c:v>5.325764291615076E-2</c:v>
                </c:pt>
                <c:pt idx="2">
                  <c:v>0.13216372009101796</c:v>
                </c:pt>
                <c:pt idx="3">
                  <c:v>0.32432432432432434</c:v>
                </c:pt>
                <c:pt idx="4">
                  <c:v>1</c:v>
                </c:pt>
                <c:pt idx="5">
                  <c:v>0.23337295247532419</c:v>
                </c:pt>
                <c:pt idx="6">
                  <c:v>0.13216372009101796</c:v>
                </c:pt>
                <c:pt idx="7">
                  <c:v>7.4789948241634222E-2</c:v>
                </c:pt>
                <c:pt idx="8">
                  <c:v>4.1630544712181333E-2</c:v>
                </c:pt>
                <c:pt idx="9">
                  <c:v>2.5388638896630854E-2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4E9-4330-B9C2-2845435AC0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3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l-GR" sz="3200"/>
                  <a:t>ω / ω₀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3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MV Boli" panose="02000500030200090000" pitchFamily="2" charset="0"/>
                    <a:ea typeface="+mn-ea"/>
                    <a:cs typeface="MV Boli" panose="02000500030200090000" pitchFamily="2" charset="0"/>
                  </a:defRPr>
                </a:pPr>
                <a:r>
                  <a:rPr lang="en-US" sz="2000">
                    <a:latin typeface="MV Boli" panose="02000500030200090000" pitchFamily="2" charset="0"/>
                    <a:cs typeface="MV Boli" panose="02000500030200090000" pitchFamily="2" charset="0"/>
                  </a:rPr>
                  <a:t>|H(</a:t>
                </a:r>
                <a:r>
                  <a:rPr lang="el-GR" sz="2000">
                    <a:cs typeface="MV Boli" panose="02000500030200090000" pitchFamily="2" charset="0"/>
                  </a:rPr>
                  <a:t>ω)|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V Boli" panose="02000500030200090000" pitchFamily="2" charset="0"/>
                  <a:ea typeface="+mn-ea"/>
                  <a:cs typeface="MV Boli" panose="02000500030200090000" pitchFamily="2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9">
  <cs:axisTitle>
    <cs:lnRef idx="0"/>
    <cs:fillRef idx="0"/>
    <cs:effectRef idx="0"/>
    <cs:fontRef idx="minor">
      <a:schemeClr val="lt1"/>
    </cs:fontRef>
    <cs:defRPr sz="1197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12700" cap="flat" cmpd="sng" algn="ctr">
        <a:solidFill>
          <a:schemeClr val="lt1"/>
        </a:solidFill>
        <a:round/>
      </a:ln>
    </cs:spPr>
    <cs:defRPr sz="1197" kern="1200" spc="10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1197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1197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995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1197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46133"/>
            <a:ext cx="13716000" cy="3501813"/>
          </a:xfrm>
        </p:spPr>
        <p:txBody>
          <a:bodyPr anchor="b"/>
          <a:lstStyle>
            <a:lvl1pPr algn="ctr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282989"/>
            <a:ext cx="13716000" cy="2428451"/>
          </a:xfrm>
        </p:spPr>
        <p:txBody>
          <a:bodyPr/>
          <a:lstStyle>
            <a:lvl1pPr marL="0" indent="0" algn="ctr">
              <a:buNone/>
              <a:defRPr sz="3520"/>
            </a:lvl1pPr>
            <a:lvl2pPr marL="670575" indent="0" algn="ctr">
              <a:buNone/>
              <a:defRPr sz="2933"/>
            </a:lvl2pPr>
            <a:lvl3pPr marL="1341150" indent="0" algn="ctr">
              <a:buNone/>
              <a:defRPr sz="2640"/>
            </a:lvl3pPr>
            <a:lvl4pPr marL="2011726" indent="0" algn="ctr">
              <a:buNone/>
              <a:defRPr sz="2347"/>
            </a:lvl4pPr>
            <a:lvl5pPr marL="2682301" indent="0" algn="ctr">
              <a:buNone/>
              <a:defRPr sz="2347"/>
            </a:lvl5pPr>
            <a:lvl6pPr marL="3352876" indent="0" algn="ctr">
              <a:buNone/>
              <a:defRPr sz="2347"/>
            </a:lvl6pPr>
            <a:lvl7pPr marL="4023451" indent="0" algn="ctr">
              <a:buNone/>
              <a:defRPr sz="2347"/>
            </a:lvl7pPr>
            <a:lvl8pPr marL="4694027" indent="0" algn="ctr">
              <a:buNone/>
              <a:defRPr sz="2347"/>
            </a:lvl8pPr>
            <a:lvl9pPr marL="5364602" indent="0" algn="ctr">
              <a:buNone/>
              <a:defRPr sz="23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88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5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07617"/>
            <a:ext cx="15773400" cy="4184014"/>
          </a:xfrm>
        </p:spPr>
        <p:txBody>
          <a:bodyPr anchor="b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731213"/>
            <a:ext cx="15773400" cy="2200274"/>
          </a:xfrm>
        </p:spPr>
        <p:txBody>
          <a:bodyPr/>
          <a:lstStyle>
            <a:lvl1pPr marL="0" indent="0">
              <a:buNone/>
              <a:defRPr sz="3520">
                <a:solidFill>
                  <a:schemeClr val="tx1">
                    <a:tint val="75000"/>
                  </a:schemeClr>
                </a:solidFill>
              </a:defRPr>
            </a:lvl1pPr>
            <a:lvl2pPr marL="670575" indent="0">
              <a:buNone/>
              <a:defRPr sz="2933">
                <a:solidFill>
                  <a:schemeClr val="tx1">
                    <a:tint val="75000"/>
                  </a:schemeClr>
                </a:solidFill>
              </a:defRPr>
            </a:lvl2pPr>
            <a:lvl3pPr marL="1341150" indent="0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3pPr>
            <a:lvl4pPr marL="2011726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4pPr>
            <a:lvl5pPr marL="2682301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5pPr>
            <a:lvl6pPr marL="3352876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6pPr>
            <a:lvl7pPr marL="4023451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7pPr>
            <a:lvl8pPr marL="4694027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8pPr>
            <a:lvl9pPr marL="5364602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559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677584"/>
            <a:ext cx="777240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677584"/>
            <a:ext cx="777240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3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35517"/>
            <a:ext cx="1577340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465706"/>
            <a:ext cx="7736681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674110"/>
            <a:ext cx="7736681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465706"/>
            <a:ext cx="7774782" cy="1208404"/>
          </a:xfrm>
        </p:spPr>
        <p:txBody>
          <a:bodyPr anchor="b"/>
          <a:lstStyle>
            <a:lvl1pPr marL="0" indent="0">
              <a:buNone/>
              <a:defRPr sz="3520" b="1"/>
            </a:lvl1pPr>
            <a:lvl2pPr marL="670575" indent="0">
              <a:buNone/>
              <a:defRPr sz="2933" b="1"/>
            </a:lvl2pPr>
            <a:lvl3pPr marL="1341150" indent="0">
              <a:buNone/>
              <a:defRPr sz="2640" b="1"/>
            </a:lvl3pPr>
            <a:lvl4pPr marL="2011726" indent="0">
              <a:buNone/>
              <a:defRPr sz="2347" b="1"/>
            </a:lvl4pPr>
            <a:lvl5pPr marL="2682301" indent="0">
              <a:buNone/>
              <a:defRPr sz="2347" b="1"/>
            </a:lvl5pPr>
            <a:lvl6pPr marL="3352876" indent="0">
              <a:buNone/>
              <a:defRPr sz="2347" b="1"/>
            </a:lvl6pPr>
            <a:lvl7pPr marL="4023451" indent="0">
              <a:buNone/>
              <a:defRPr sz="2347" b="1"/>
            </a:lvl7pPr>
            <a:lvl8pPr marL="4694027" indent="0">
              <a:buNone/>
              <a:defRPr sz="2347" b="1"/>
            </a:lvl8pPr>
            <a:lvl9pPr marL="5364602" indent="0">
              <a:buNone/>
              <a:defRPr sz="23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674110"/>
            <a:ext cx="77747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071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98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5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70560"/>
            <a:ext cx="5898356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48224"/>
            <a:ext cx="9258300" cy="7147983"/>
          </a:xfrm>
        </p:spPr>
        <p:txBody>
          <a:bodyPr/>
          <a:lstStyle>
            <a:lvl1pPr>
              <a:defRPr sz="4693"/>
            </a:lvl1pPr>
            <a:lvl2pPr>
              <a:defRPr sz="4107"/>
            </a:lvl2pPr>
            <a:lvl3pPr>
              <a:defRPr sz="3520"/>
            </a:lvl3pPr>
            <a:lvl4pPr>
              <a:defRPr sz="2933"/>
            </a:lvl4pPr>
            <a:lvl5pPr>
              <a:defRPr sz="2933"/>
            </a:lvl5pPr>
            <a:lvl6pPr>
              <a:defRPr sz="2933"/>
            </a:lvl6pPr>
            <a:lvl7pPr>
              <a:defRPr sz="2933"/>
            </a:lvl7pPr>
            <a:lvl8pPr>
              <a:defRPr sz="2933"/>
            </a:lvl8pPr>
            <a:lvl9pPr>
              <a:defRPr sz="2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17520"/>
            <a:ext cx="5898356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1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70560"/>
            <a:ext cx="5898356" cy="2346960"/>
          </a:xfrm>
        </p:spPr>
        <p:txBody>
          <a:bodyPr anchor="b"/>
          <a:lstStyle>
            <a:lvl1pPr>
              <a:defRPr sz="46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48224"/>
            <a:ext cx="9258300" cy="7147983"/>
          </a:xfrm>
        </p:spPr>
        <p:txBody>
          <a:bodyPr anchor="t"/>
          <a:lstStyle>
            <a:lvl1pPr marL="0" indent="0">
              <a:buNone/>
              <a:defRPr sz="4693"/>
            </a:lvl1pPr>
            <a:lvl2pPr marL="670575" indent="0">
              <a:buNone/>
              <a:defRPr sz="4107"/>
            </a:lvl2pPr>
            <a:lvl3pPr marL="1341150" indent="0">
              <a:buNone/>
              <a:defRPr sz="3520"/>
            </a:lvl3pPr>
            <a:lvl4pPr marL="2011726" indent="0">
              <a:buNone/>
              <a:defRPr sz="2933"/>
            </a:lvl4pPr>
            <a:lvl5pPr marL="2682301" indent="0">
              <a:buNone/>
              <a:defRPr sz="2933"/>
            </a:lvl5pPr>
            <a:lvl6pPr marL="3352876" indent="0">
              <a:buNone/>
              <a:defRPr sz="2933"/>
            </a:lvl6pPr>
            <a:lvl7pPr marL="4023451" indent="0">
              <a:buNone/>
              <a:defRPr sz="2933"/>
            </a:lvl7pPr>
            <a:lvl8pPr marL="4694027" indent="0">
              <a:buNone/>
              <a:defRPr sz="2933"/>
            </a:lvl8pPr>
            <a:lvl9pPr marL="5364602" indent="0">
              <a:buNone/>
              <a:defRPr sz="2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17520"/>
            <a:ext cx="5898356" cy="5590329"/>
          </a:xfrm>
        </p:spPr>
        <p:txBody>
          <a:bodyPr/>
          <a:lstStyle>
            <a:lvl1pPr marL="0" indent="0">
              <a:buNone/>
              <a:defRPr sz="2347"/>
            </a:lvl1pPr>
            <a:lvl2pPr marL="670575" indent="0">
              <a:buNone/>
              <a:defRPr sz="2053"/>
            </a:lvl2pPr>
            <a:lvl3pPr marL="1341150" indent="0">
              <a:buNone/>
              <a:defRPr sz="1760"/>
            </a:lvl3pPr>
            <a:lvl4pPr marL="2011726" indent="0">
              <a:buNone/>
              <a:defRPr sz="1467"/>
            </a:lvl4pPr>
            <a:lvl5pPr marL="2682301" indent="0">
              <a:buNone/>
              <a:defRPr sz="1467"/>
            </a:lvl5pPr>
            <a:lvl6pPr marL="3352876" indent="0">
              <a:buNone/>
              <a:defRPr sz="1467"/>
            </a:lvl6pPr>
            <a:lvl7pPr marL="4023451" indent="0">
              <a:buNone/>
              <a:defRPr sz="1467"/>
            </a:lvl7pPr>
            <a:lvl8pPr marL="4694027" indent="0">
              <a:buNone/>
              <a:defRPr sz="1467"/>
            </a:lvl8pPr>
            <a:lvl9pPr marL="5364602" indent="0">
              <a:buNone/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65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0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35517"/>
            <a:ext cx="3943350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35517"/>
            <a:ext cx="11601450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05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35517"/>
            <a:ext cx="1577340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677584"/>
            <a:ext cx="1577340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322647"/>
            <a:ext cx="411480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840C0-6720-40B8-8320-CE411AC96BEA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322647"/>
            <a:ext cx="617220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322647"/>
            <a:ext cx="411480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EAD97-A036-4284-A322-7033F599C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94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41150" rtl="0" eaLnBrk="1" latinLnBrk="0" hangingPunct="1">
        <a:lnSpc>
          <a:spcPct val="90000"/>
        </a:lnSpc>
        <a:spcBef>
          <a:spcPct val="0"/>
        </a:spcBef>
        <a:buNone/>
        <a:defRPr sz="64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5288" indent="-335288" algn="l" defTabSz="1341150" rtl="0" eaLnBrk="1" latinLnBrk="0" hangingPunct="1">
        <a:lnSpc>
          <a:spcPct val="90000"/>
        </a:lnSpc>
        <a:spcBef>
          <a:spcPts val="1467"/>
        </a:spcBef>
        <a:buFont typeface="Arial" panose="020B0604020202020204" pitchFamily="34" charset="0"/>
        <a:buChar char="•"/>
        <a:defRPr sz="4107" kern="1200">
          <a:solidFill>
            <a:schemeClr val="tx1"/>
          </a:solidFill>
          <a:latin typeface="+mn-lt"/>
          <a:ea typeface="+mn-ea"/>
          <a:cs typeface="+mn-cs"/>
        </a:defRPr>
      </a:lvl1pPr>
      <a:lvl2pPr marL="100586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3520" kern="1200">
          <a:solidFill>
            <a:schemeClr val="tx1"/>
          </a:solidFill>
          <a:latin typeface="+mn-lt"/>
          <a:ea typeface="+mn-ea"/>
          <a:cs typeface="+mn-cs"/>
        </a:defRPr>
      </a:lvl2pPr>
      <a:lvl3pPr marL="1676438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933" kern="1200">
          <a:solidFill>
            <a:schemeClr val="tx1"/>
          </a:solidFill>
          <a:latin typeface="+mn-lt"/>
          <a:ea typeface="+mn-ea"/>
          <a:cs typeface="+mn-cs"/>
        </a:defRPr>
      </a:lvl3pPr>
      <a:lvl4pPr marL="2347013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301758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68816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358739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5029314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699890" indent="-335288" algn="l" defTabSz="134115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N1YhxAZPaaI1jnTVRgF846SF9QRMkPHB/view?usp=drivesdk" TargetMode="External"/><Relationship Id="rId3" Type="http://schemas.microsoft.com/office/2007/relationships/hdphoto" Target="../media/hdphoto1.wdp"/><Relationship Id="rId7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microsoft.com/office/2007/relationships/hdphoto" Target="../media/hdphoto2.wdp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3.png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3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3.sv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84;p13" descr="image.png">
            <a:extLst>
              <a:ext uri="{FF2B5EF4-FFF2-40B4-BE49-F238E27FC236}">
                <a16:creationId xmlns:a16="http://schemas.microsoft.com/office/drawing/2014/main" id="{6E3A9A70-0C1C-1BB4-BDDE-F791944F1541}"/>
              </a:ext>
            </a:extLst>
          </p:cNvPr>
          <p:cNvPicPr preferRelativeResize="0"/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-1" y="-121024"/>
            <a:ext cx="18392503" cy="10610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5;p13" descr="image.png">
            <a:extLst>
              <a:ext uri="{FF2B5EF4-FFF2-40B4-BE49-F238E27FC236}">
                <a16:creationId xmlns:a16="http://schemas.microsoft.com/office/drawing/2014/main" id="{9468311B-6A44-F892-0526-DB07A57B3B4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264195" y="-968396"/>
            <a:ext cx="19946983" cy="1127977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1">
            <a:extLst>
              <a:ext uri="{FF2B5EF4-FFF2-40B4-BE49-F238E27FC236}">
                <a16:creationId xmlns:a16="http://schemas.microsoft.com/office/drawing/2014/main" id="{6B422EBE-54D6-67B9-D2C4-E1E6B1D56FB5}"/>
              </a:ext>
            </a:extLst>
          </p:cNvPr>
          <p:cNvSpPr txBox="1"/>
          <p:nvPr/>
        </p:nvSpPr>
        <p:spPr>
          <a:xfrm>
            <a:off x="304804" y="396020"/>
            <a:ext cx="18087698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/>
            <a:r>
              <a:rPr lang="en-US" sz="5400" b="1" dirty="0">
                <a:solidFill>
                  <a:srgbClr val="00F5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oppins"/>
                <a:ea typeface="Poppins"/>
                <a:cs typeface="Poppins"/>
                <a:sym typeface="Poppins"/>
              </a:rPr>
              <a:t>OSCILLATION → FREQUENCY → AC SIGNAL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Box 77">
            <a:extLst>
              <a:ext uri="{FF2B5EF4-FFF2-40B4-BE49-F238E27FC236}">
                <a16:creationId xmlns:a16="http://schemas.microsoft.com/office/drawing/2014/main" id="{B22583EB-D311-BDA6-7FF2-A158A52D16A0}"/>
              </a:ext>
            </a:extLst>
          </p:cNvPr>
          <p:cNvSpPr txBox="1"/>
          <p:nvPr/>
        </p:nvSpPr>
        <p:spPr>
          <a:xfrm>
            <a:off x="4322403" y="1227017"/>
            <a:ext cx="10583767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200" b="1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Course Code: 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ea typeface="Canva Sans"/>
                <a:cs typeface="Times New Roman" pitchFamily="18" charset="0"/>
                <a:sym typeface="Canva Sans"/>
              </a:rPr>
              <a:t>CSE 1205</a:t>
            </a:r>
            <a:endParaRPr lang="en-US" sz="24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ts val="3500"/>
              </a:lnSpc>
            </a:pPr>
            <a:r>
              <a:rPr lang="en-US" sz="3200" b="1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Course Title: </a:t>
            </a:r>
            <a:r>
              <a:rPr lang="en-US" sz="2800" dirty="0">
                <a:solidFill>
                  <a:schemeClr val="bg1"/>
                </a:solidFill>
                <a:latin typeface="Cooper Black" panose="0208090404030B020404" pitchFamily="18" charset="0"/>
              </a:rPr>
              <a:t>Electrical Engineering and Circuit Analysis</a:t>
            </a:r>
            <a:endParaRPr lang="en-US" sz="3600" dirty="0">
              <a:solidFill>
                <a:schemeClr val="bg1"/>
              </a:solidFill>
              <a:latin typeface="Cooper Black" panose="0208090404030B020404" pitchFamily="18" charset="0"/>
            </a:endParaRPr>
          </a:p>
          <a:p>
            <a:pPr algn="ctr">
              <a:lnSpc>
                <a:spcPts val="3500"/>
              </a:lnSpc>
            </a:pPr>
            <a:r>
              <a:rPr lang="en-US" sz="3200" b="1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Presented to Lecturer  </a:t>
            </a:r>
            <a:r>
              <a:rPr lang="en-US" sz="3200" b="1" dirty="0" err="1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Dr.Mst</a:t>
            </a:r>
            <a:r>
              <a:rPr lang="en-US" sz="3200" b="1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. </a:t>
            </a:r>
            <a:r>
              <a:rPr lang="en-US" sz="3200" b="1" dirty="0" err="1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Najnin</a:t>
            </a:r>
            <a:r>
              <a:rPr lang="en-US" sz="3200" b="1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 Sultan </a:t>
            </a:r>
          </a:p>
          <a:p>
            <a:pPr algn="ctr">
              <a:lnSpc>
                <a:spcPts val="3500"/>
              </a:lnSpc>
            </a:pPr>
            <a:r>
              <a:rPr lang="en-US" sz="3200" b="1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    </a:t>
            </a:r>
            <a:r>
              <a:rPr lang="en-US" sz="2000" b="1" dirty="0">
                <a:solidFill>
                  <a:schemeClr val="bg1"/>
                </a:solidFill>
                <a:latin typeface="Canva Sans"/>
                <a:ea typeface="Canva Sans"/>
                <a:cs typeface="Canva Sans"/>
                <a:sym typeface="Canva Sans"/>
              </a:rPr>
              <a:t>Assistant professor, NUB dept. CSE</a:t>
            </a:r>
            <a:endParaRPr lang="en-US" sz="3600" b="1" i="1" u="sng" dirty="0">
              <a:solidFill>
                <a:schemeClr val="bg1"/>
              </a:solidFill>
              <a:latin typeface="Times New Roman" pitchFamily="18" charset="0"/>
              <a:ea typeface="Canva Sans"/>
              <a:cs typeface="Times New Roman" pitchFamily="18" charset="0"/>
              <a:sym typeface="Canva Sans"/>
            </a:endParaRPr>
          </a:p>
        </p:txBody>
      </p:sp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E4B08A5-A3FC-C7EC-5AB2-9FAB6BDA57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319" y="258225"/>
            <a:ext cx="1043675" cy="1043675"/>
          </a:xfrm>
          <a:prstGeom prst="rect">
            <a:avLst/>
          </a:prstGeom>
        </p:spPr>
      </p:pic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EA8D098-C02D-FC82-1AE1-D40F492634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1701" y="347486"/>
            <a:ext cx="919834" cy="9198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5AFF3E-5DDC-2751-6103-364B694ABF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5526" y="3698003"/>
            <a:ext cx="2662393" cy="26623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2F8F9D-99CF-76C1-E82E-F5052215B5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280" y="5894671"/>
            <a:ext cx="2662392" cy="266239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F91988-C93C-A639-6B68-26846602D817}"/>
              </a:ext>
            </a:extLst>
          </p:cNvPr>
          <p:cNvSpPr txBox="1"/>
          <p:nvPr/>
        </p:nvSpPr>
        <p:spPr>
          <a:xfrm>
            <a:off x="6189365" y="4552146"/>
            <a:ext cx="51728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ARUNAV BISWAS</a:t>
            </a:r>
          </a:p>
          <a:p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SID:41250303008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268660-52EA-01F9-441D-76F96026F916}"/>
              </a:ext>
            </a:extLst>
          </p:cNvPr>
          <p:cNvSpPr/>
          <p:nvPr/>
        </p:nvSpPr>
        <p:spPr>
          <a:xfrm>
            <a:off x="6048103" y="4127863"/>
            <a:ext cx="141262" cy="17668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B59E9A-FD5C-3A15-C563-2DD651F0C08E}"/>
              </a:ext>
            </a:extLst>
          </p:cNvPr>
          <p:cNvSpPr/>
          <p:nvPr/>
        </p:nvSpPr>
        <p:spPr>
          <a:xfrm>
            <a:off x="12275994" y="6342463"/>
            <a:ext cx="141262" cy="176680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504C8A-BE4E-4E5A-CAC4-529FECAD25B6}"/>
              </a:ext>
            </a:extLst>
          </p:cNvPr>
          <p:cNvSpPr txBox="1"/>
          <p:nvPr/>
        </p:nvSpPr>
        <p:spPr>
          <a:xfrm>
            <a:off x="7798526" y="6531429"/>
            <a:ext cx="43499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SADIYA ISLAM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lephant" panose="02020904090505020303" pitchFamily="18" charset="0"/>
              </a:rPr>
              <a:t>SID: 41250303090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9C66E9-A10C-2CF5-8D2B-F7A921FFB1A7}"/>
              </a:ext>
            </a:extLst>
          </p:cNvPr>
          <p:cNvSpPr txBox="1"/>
          <p:nvPr/>
        </p:nvSpPr>
        <p:spPr>
          <a:xfrm>
            <a:off x="574766" y="9397573"/>
            <a:ext cx="14003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MV Boli" panose="02000500030200090000" pitchFamily="2" charset="0"/>
                <a:cs typeface="MV Boli" panose="02000500030200090000" pitchFamily="2" charset="0"/>
              </a:rPr>
              <a:t>Presentation content is based on the reference material available in the provided Google Drive document  </a:t>
            </a:r>
            <a:r>
              <a:rPr lang="en-US" sz="2800" dirty="0">
                <a:solidFill>
                  <a:srgbClr val="FFFF00"/>
                </a:solidFill>
                <a:latin typeface="Arial Rounded MT Bold" panose="020F0704030504030204" pitchFamily="34" charset="0"/>
                <a:hlinkClick r:id="rId8"/>
              </a:rPr>
              <a:t>CLICK HERE</a:t>
            </a:r>
            <a:endParaRPr lang="en-US" dirty="0">
              <a:solidFill>
                <a:srgbClr val="FFFF0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55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  <p:bldP spid="15" grpId="0" animBg="1"/>
      <p:bldP spid="16" grpId="0" animBg="1"/>
      <p:bldP spid="1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B86F4569-37B0-C7EF-A8A5-0E3A06C9CD26}"/>
              </a:ext>
            </a:extLst>
          </p:cNvPr>
          <p:cNvSpPr/>
          <p:nvPr/>
        </p:nvSpPr>
        <p:spPr>
          <a:xfrm>
            <a:off x="-58056" y="-52615"/>
            <a:ext cx="18346056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962FBFF-199F-E057-887C-B7EAC8565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92" y="604679"/>
            <a:ext cx="693769" cy="693769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EA5FDB1A-DB57-B383-C542-B5B33DE53D26}"/>
              </a:ext>
            </a:extLst>
          </p:cNvPr>
          <p:cNvSpPr/>
          <p:nvPr/>
        </p:nvSpPr>
        <p:spPr>
          <a:xfrm>
            <a:off x="1482634" y="621791"/>
            <a:ext cx="9895114" cy="57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B132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mbria" pitchFamily="34" charset="-122"/>
                <a:cs typeface="MV Boli" panose="02000500030200090000" pitchFamily="2" charset="0"/>
              </a:rPr>
              <a:t>This Presentation Covers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0D324980-A4F6-1911-AA96-05AFE44AEEB3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F494F498-F3C5-1207-CD28-887EEE4DA60A}"/>
              </a:ext>
            </a:extLst>
          </p:cNvPr>
          <p:cNvSpPr/>
          <p:nvPr/>
        </p:nvSpPr>
        <p:spPr>
          <a:xfrm>
            <a:off x="1271227" y="3187337"/>
            <a:ext cx="7298007" cy="2724912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Shape 6">
            <a:extLst>
              <a:ext uri="{FF2B5EF4-FFF2-40B4-BE49-F238E27FC236}">
                <a16:creationId xmlns:a16="http://schemas.microsoft.com/office/drawing/2014/main" id="{80E2B694-F57A-9D62-D346-2E82EA3D1DF2}"/>
              </a:ext>
            </a:extLst>
          </p:cNvPr>
          <p:cNvSpPr/>
          <p:nvPr/>
        </p:nvSpPr>
        <p:spPr>
          <a:xfrm>
            <a:off x="2259148" y="3508629"/>
            <a:ext cx="861865" cy="870502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05FDA7EC-7632-0ECF-5319-D846DB6EB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3964" y="3708749"/>
            <a:ext cx="471366" cy="471366"/>
          </a:xfrm>
          <a:prstGeom prst="rect">
            <a:avLst/>
          </a:prstGeom>
        </p:spPr>
      </p:pic>
      <p:sp>
        <p:nvSpPr>
          <p:cNvPr id="50" name="Text 7">
            <a:extLst>
              <a:ext uri="{FF2B5EF4-FFF2-40B4-BE49-F238E27FC236}">
                <a16:creationId xmlns:a16="http://schemas.microsoft.com/office/drawing/2014/main" id="{4FBA1E2D-94CF-0827-6CCA-3322F9442077}"/>
              </a:ext>
            </a:extLst>
          </p:cNvPr>
          <p:cNvSpPr/>
          <p:nvPr/>
        </p:nvSpPr>
        <p:spPr>
          <a:xfrm>
            <a:off x="3271657" y="3580766"/>
            <a:ext cx="5889521" cy="71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mbria" pitchFamily="34" charset="-122"/>
                <a:cs typeface="MV Boli" panose="02000500030200090000" pitchFamily="2" charset="0"/>
              </a:rPr>
              <a:t>1. Oscillation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DBF710DE-EDA6-B548-0E28-5419A5E1597F}"/>
              </a:ext>
            </a:extLst>
          </p:cNvPr>
          <p:cNvSpPr/>
          <p:nvPr/>
        </p:nvSpPr>
        <p:spPr>
          <a:xfrm>
            <a:off x="1906452" y="3920008"/>
            <a:ext cx="6432591" cy="208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natural, source-free behavior of L-C energy exchange in second-order circuits.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Shape 5">
            <a:extLst>
              <a:ext uri="{FF2B5EF4-FFF2-40B4-BE49-F238E27FC236}">
                <a16:creationId xmlns:a16="http://schemas.microsoft.com/office/drawing/2014/main" id="{9999E877-47F6-9FA0-FCD0-7E84AB82AF61}"/>
              </a:ext>
            </a:extLst>
          </p:cNvPr>
          <p:cNvSpPr/>
          <p:nvPr/>
        </p:nvSpPr>
        <p:spPr>
          <a:xfrm>
            <a:off x="9664518" y="3187337"/>
            <a:ext cx="7298007" cy="2724912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28BC4343-8FB5-8213-71FD-5EF655977681}"/>
              </a:ext>
            </a:extLst>
          </p:cNvPr>
          <p:cNvSpPr/>
          <p:nvPr/>
        </p:nvSpPr>
        <p:spPr>
          <a:xfrm>
            <a:off x="1271226" y="6420293"/>
            <a:ext cx="7298007" cy="2724912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5">
            <a:extLst>
              <a:ext uri="{FF2B5EF4-FFF2-40B4-BE49-F238E27FC236}">
                <a16:creationId xmlns:a16="http://schemas.microsoft.com/office/drawing/2014/main" id="{12586757-FF59-6D87-3563-61BB79297571}"/>
              </a:ext>
            </a:extLst>
          </p:cNvPr>
          <p:cNvSpPr/>
          <p:nvPr/>
        </p:nvSpPr>
        <p:spPr>
          <a:xfrm>
            <a:off x="9718767" y="6459282"/>
            <a:ext cx="7298007" cy="2724912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11">
            <a:extLst>
              <a:ext uri="{FF2B5EF4-FFF2-40B4-BE49-F238E27FC236}">
                <a16:creationId xmlns:a16="http://schemas.microsoft.com/office/drawing/2014/main" id="{CB527FAD-F28E-C41F-A39B-8EA5256351ED}"/>
              </a:ext>
            </a:extLst>
          </p:cNvPr>
          <p:cNvSpPr/>
          <p:nvPr/>
        </p:nvSpPr>
        <p:spPr>
          <a:xfrm>
            <a:off x="11260994" y="3475182"/>
            <a:ext cx="4761401" cy="734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ea typeface="Cambria" pitchFamily="34" charset="-122"/>
                <a:cs typeface="MV Boli" panose="02000500030200090000" pitchFamily="2" charset="0"/>
              </a:rPr>
              <a:t>2. Frequency Generation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67D8E0AA-C2C8-B801-6250-8F032D665D82}"/>
              </a:ext>
            </a:extLst>
          </p:cNvPr>
          <p:cNvSpPr/>
          <p:nvPr/>
        </p:nvSpPr>
        <p:spPr>
          <a:xfrm>
            <a:off x="10303551" y="4317275"/>
            <a:ext cx="6165669" cy="1091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Resonance, LC tanks, feedback oscillators, and the Barkhausen criterion.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82C01043-264D-B815-0ECD-0C904FC058E6}"/>
              </a:ext>
            </a:extLst>
          </p:cNvPr>
          <p:cNvSpPr/>
          <p:nvPr/>
        </p:nvSpPr>
        <p:spPr>
          <a:xfrm>
            <a:off x="10419670" y="3485482"/>
            <a:ext cx="756331" cy="792604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58" name="Image 2" descr="preencoded.png">
            <a:extLst>
              <a:ext uri="{FF2B5EF4-FFF2-40B4-BE49-F238E27FC236}">
                <a16:creationId xmlns:a16="http://schemas.microsoft.com/office/drawing/2014/main" id="{9ECFC632-E8E7-C604-2BCF-1815D48B0A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4610" y="3665446"/>
            <a:ext cx="475480" cy="475480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AC46C64-3F98-EBA3-E698-E989B4376EB6}"/>
              </a:ext>
            </a:extLst>
          </p:cNvPr>
          <p:cNvCxnSpPr/>
          <p:nvPr/>
        </p:nvCxnSpPr>
        <p:spPr>
          <a:xfrm>
            <a:off x="3396343" y="4180115"/>
            <a:ext cx="323958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AA9D9BE-80E0-4F6A-945F-6C1A7D0BFF06}"/>
              </a:ext>
            </a:extLst>
          </p:cNvPr>
          <p:cNvCxnSpPr>
            <a:cxnSpLocks/>
          </p:cNvCxnSpPr>
          <p:nvPr/>
        </p:nvCxnSpPr>
        <p:spPr>
          <a:xfrm>
            <a:off x="11769634" y="4140926"/>
            <a:ext cx="42527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 15">
            <a:extLst>
              <a:ext uri="{FF2B5EF4-FFF2-40B4-BE49-F238E27FC236}">
                <a16:creationId xmlns:a16="http://schemas.microsoft.com/office/drawing/2014/main" id="{2626BC83-BA78-F128-ABA2-8147137D022C}"/>
              </a:ext>
            </a:extLst>
          </p:cNvPr>
          <p:cNvSpPr/>
          <p:nvPr/>
        </p:nvSpPr>
        <p:spPr>
          <a:xfrm>
            <a:off x="3271657" y="6779016"/>
            <a:ext cx="4911633" cy="65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B"/>
                </a:solidFill>
                <a:latin typeface="MV Boli" panose="02000500030200090000" pitchFamily="2" charset="0"/>
                <a:ea typeface="Cambria" pitchFamily="34" charset="-122"/>
                <a:cs typeface="MV Boli" panose="02000500030200090000" pitchFamily="2" charset="0"/>
              </a:rPr>
              <a:t>3. AC Signal Generation</a:t>
            </a:r>
            <a:endParaRPr 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DC64127F-550F-33E2-332E-F119BE2410ED}"/>
              </a:ext>
            </a:extLst>
          </p:cNvPr>
          <p:cNvSpPr/>
          <p:nvPr/>
        </p:nvSpPr>
        <p:spPr>
          <a:xfrm>
            <a:off x="2054120" y="7313672"/>
            <a:ext cx="6212451" cy="176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Sinusoids, phasors, and the practical generation of usable AC signals.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91B2CBDE-A735-B14C-36D4-587B8607312F}"/>
              </a:ext>
            </a:extLst>
          </p:cNvPr>
          <p:cNvSpPr/>
          <p:nvPr/>
        </p:nvSpPr>
        <p:spPr>
          <a:xfrm>
            <a:off x="11260994" y="6779016"/>
            <a:ext cx="5342708" cy="70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B"/>
                </a:solidFill>
                <a:latin typeface="MV Boli" panose="02000500030200090000" pitchFamily="2" charset="0"/>
                <a:ea typeface="Cambria" pitchFamily="34" charset="-122"/>
                <a:cs typeface="MV Boli" panose="02000500030200090000" pitchFamily="2" charset="0"/>
              </a:rPr>
              <a:t>4. Applications &amp; Synthesis</a:t>
            </a:r>
            <a:endParaRPr lang="en-US" sz="2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03CC1BD5-9797-E185-D599-A96AB767E8AA}"/>
              </a:ext>
            </a:extLst>
          </p:cNvPr>
          <p:cNvSpPr/>
          <p:nvPr/>
        </p:nvSpPr>
        <p:spPr>
          <a:xfrm>
            <a:off x="10569664" y="7190814"/>
            <a:ext cx="6212451" cy="1765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the three ideas connect, and where they are used in real systems.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E8C6E9B-295F-890F-A8DC-AA5E8EDD0A1A}"/>
              </a:ext>
            </a:extLst>
          </p:cNvPr>
          <p:cNvCxnSpPr>
            <a:cxnSpLocks/>
          </p:cNvCxnSpPr>
          <p:nvPr/>
        </p:nvCxnSpPr>
        <p:spPr>
          <a:xfrm>
            <a:off x="3731623" y="7313672"/>
            <a:ext cx="40930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EE625D4E-D9DC-2EBC-F9E1-D5D16A473B76}"/>
              </a:ext>
            </a:extLst>
          </p:cNvPr>
          <p:cNvCxnSpPr>
            <a:cxnSpLocks/>
          </p:cNvCxnSpPr>
          <p:nvPr/>
        </p:nvCxnSpPr>
        <p:spPr>
          <a:xfrm>
            <a:off x="11769634" y="7322381"/>
            <a:ext cx="469958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Shape 14">
            <a:extLst>
              <a:ext uri="{FF2B5EF4-FFF2-40B4-BE49-F238E27FC236}">
                <a16:creationId xmlns:a16="http://schemas.microsoft.com/office/drawing/2014/main" id="{30ED5B42-C766-3F4B-D3EB-67B02AABA6BC}"/>
              </a:ext>
            </a:extLst>
          </p:cNvPr>
          <p:cNvSpPr/>
          <p:nvPr/>
        </p:nvSpPr>
        <p:spPr>
          <a:xfrm>
            <a:off x="2222464" y="6684505"/>
            <a:ext cx="814534" cy="841243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73" name="Image 3" descr="preencoded.png">
            <a:extLst>
              <a:ext uri="{FF2B5EF4-FFF2-40B4-BE49-F238E27FC236}">
                <a16:creationId xmlns:a16="http://schemas.microsoft.com/office/drawing/2014/main" id="{530DF1F5-801E-3251-12A6-CA37799401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8555" y="6838114"/>
            <a:ext cx="556775" cy="556775"/>
          </a:xfrm>
          <a:prstGeom prst="rect">
            <a:avLst/>
          </a:prstGeom>
        </p:spPr>
      </p:pic>
      <p:sp>
        <p:nvSpPr>
          <p:cNvPr id="74" name="Shape 18">
            <a:extLst>
              <a:ext uri="{FF2B5EF4-FFF2-40B4-BE49-F238E27FC236}">
                <a16:creationId xmlns:a16="http://schemas.microsoft.com/office/drawing/2014/main" id="{6B477560-48B3-0483-D570-44864AEDEDBB}"/>
              </a:ext>
            </a:extLst>
          </p:cNvPr>
          <p:cNvSpPr/>
          <p:nvPr/>
        </p:nvSpPr>
        <p:spPr>
          <a:xfrm>
            <a:off x="10361131" y="6748275"/>
            <a:ext cx="791507" cy="841244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75" name="Image 4" descr="preencoded.png">
            <a:extLst>
              <a:ext uri="{FF2B5EF4-FFF2-40B4-BE49-F238E27FC236}">
                <a16:creationId xmlns:a16="http://schemas.microsoft.com/office/drawing/2014/main" id="{CD9ECCCD-DFF4-10C6-D5CA-B29A3C0B9D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7597" y="6919259"/>
            <a:ext cx="464732" cy="464732"/>
          </a:xfrm>
          <a:prstGeom prst="rect">
            <a:avLst/>
          </a:prstGeom>
        </p:spPr>
      </p:pic>
      <p:sp>
        <p:nvSpPr>
          <p:cNvPr id="76" name="Freeform 8">
            <a:extLst>
              <a:ext uri="{FF2B5EF4-FFF2-40B4-BE49-F238E27FC236}">
                <a16:creationId xmlns:a16="http://schemas.microsoft.com/office/drawing/2014/main" id="{56CE1F9F-C503-A577-CD5B-C34A44D73FAD}"/>
              </a:ext>
            </a:extLst>
          </p:cNvPr>
          <p:cNvSpPr/>
          <p:nvPr/>
        </p:nvSpPr>
        <p:spPr>
          <a:xfrm rot="19145187">
            <a:off x="-2490581" y="-2783574"/>
            <a:ext cx="6301624" cy="6085436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7" name="Freeform 8">
            <a:extLst>
              <a:ext uri="{FF2B5EF4-FFF2-40B4-BE49-F238E27FC236}">
                <a16:creationId xmlns:a16="http://schemas.microsoft.com/office/drawing/2014/main" id="{74784FC4-284A-8E4B-1996-0F57354F8EFA}"/>
              </a:ext>
            </a:extLst>
          </p:cNvPr>
          <p:cNvSpPr/>
          <p:nvPr/>
        </p:nvSpPr>
        <p:spPr>
          <a:xfrm rot="19145187">
            <a:off x="14508326" y="6879907"/>
            <a:ext cx="6301624" cy="6085436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8" name="Freeform 10">
            <a:extLst>
              <a:ext uri="{FF2B5EF4-FFF2-40B4-BE49-F238E27FC236}">
                <a16:creationId xmlns:a16="http://schemas.microsoft.com/office/drawing/2014/main" id="{21F31F79-1873-794E-FFBE-D614912208B0}"/>
              </a:ext>
            </a:extLst>
          </p:cNvPr>
          <p:cNvSpPr/>
          <p:nvPr/>
        </p:nvSpPr>
        <p:spPr>
          <a:xfrm>
            <a:off x="828445" y="2701265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9" name="Freeform 10">
            <a:extLst>
              <a:ext uri="{FF2B5EF4-FFF2-40B4-BE49-F238E27FC236}">
                <a16:creationId xmlns:a16="http://schemas.microsoft.com/office/drawing/2014/main" id="{A39C2027-D9E9-DB00-6428-761A73E84B3D}"/>
              </a:ext>
            </a:extLst>
          </p:cNvPr>
          <p:cNvSpPr/>
          <p:nvPr/>
        </p:nvSpPr>
        <p:spPr>
          <a:xfrm>
            <a:off x="554205" y="5975756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0" name="Freeform 10">
            <a:extLst>
              <a:ext uri="{FF2B5EF4-FFF2-40B4-BE49-F238E27FC236}">
                <a16:creationId xmlns:a16="http://schemas.microsoft.com/office/drawing/2014/main" id="{3AB8357C-A361-735D-41F3-00BC4D374349}"/>
              </a:ext>
            </a:extLst>
          </p:cNvPr>
          <p:cNvSpPr/>
          <p:nvPr/>
        </p:nvSpPr>
        <p:spPr>
          <a:xfrm>
            <a:off x="9209697" y="2925803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3" name="Freeform 10">
            <a:extLst>
              <a:ext uri="{FF2B5EF4-FFF2-40B4-BE49-F238E27FC236}">
                <a16:creationId xmlns:a16="http://schemas.microsoft.com/office/drawing/2014/main" id="{7ECCC0A3-2D69-F6DD-3090-E87DF5148B8C}"/>
              </a:ext>
            </a:extLst>
          </p:cNvPr>
          <p:cNvSpPr/>
          <p:nvPr/>
        </p:nvSpPr>
        <p:spPr>
          <a:xfrm>
            <a:off x="9095870" y="6055586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3302142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0" grpId="0" animBg="1"/>
      <p:bldP spid="51" grpId="0" animBg="1"/>
      <p:bldP spid="55" grpId="0" animBg="1"/>
      <p:bldP spid="56" grpId="0" animBg="1"/>
      <p:bldP spid="64" grpId="0" animBg="1"/>
      <p:bldP spid="65" grpId="0" animBg="1"/>
      <p:bldP spid="66" grpId="0" animBg="1"/>
      <p:bldP spid="67" grpId="0" animBg="1"/>
      <p:bldP spid="7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3E84D8-6D18-4897-763A-82ED474FC734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BBCE9A-FDA6-44D2-1936-458D7B296B2B}"/>
              </a:ext>
            </a:extLst>
          </p:cNvPr>
          <p:cNvSpPr/>
          <p:nvPr/>
        </p:nvSpPr>
        <p:spPr>
          <a:xfrm>
            <a:off x="1582782" y="361697"/>
            <a:ext cx="10130247" cy="88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150" dirty="0">
                <a:solidFill>
                  <a:srgbClr val="00B4D8"/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INTRODUCTION</a:t>
            </a:r>
            <a:endParaRPr lang="en-US" sz="48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B26B89-B1D3-EB3B-2621-4CE00875F523}"/>
              </a:ext>
            </a:extLst>
          </p:cNvPr>
          <p:cNvSpPr/>
          <p:nvPr/>
        </p:nvSpPr>
        <p:spPr>
          <a:xfrm>
            <a:off x="1960153" y="2439635"/>
            <a:ext cx="11407503" cy="626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MV Boli" panose="02000500030200090000" pitchFamily="2" charset="0"/>
              </a:rPr>
              <a:t> This Topic Matters</a:t>
            </a:r>
            <a:endParaRPr lang="en-US" sz="5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BD0CFE-1807-931B-9F2B-CFCD2D5A4D96}"/>
              </a:ext>
            </a:extLst>
          </p:cNvPr>
          <p:cNvSpPr/>
          <p:nvPr/>
        </p:nvSpPr>
        <p:spPr>
          <a:xfrm flipV="1">
            <a:off x="648061" y="1248229"/>
            <a:ext cx="16681994" cy="5021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5CC810-C5F1-195D-7452-1672E62BB0AD}"/>
              </a:ext>
            </a:extLst>
          </p:cNvPr>
          <p:cNvSpPr txBox="1"/>
          <p:nvPr/>
        </p:nvSpPr>
        <p:spPr>
          <a:xfrm>
            <a:off x="3251199" y="3512457"/>
            <a:ext cx="127580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Oscillatory circuits generate stable periodic signals.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Energy exchange between L and C produces oscillation.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Circuit parameters determine the oscillation frequency.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Feedback sustains oscillations and generates AC signals.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Based on Alexander &amp; Sadiku and </a:t>
            </a:r>
            <a:r>
              <a:rPr lang="en-US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Boylestad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circuit analysis concepts.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FF517C48-2D7F-F62B-1C6C-DA8285F79ABA}"/>
              </a:ext>
            </a:extLst>
          </p:cNvPr>
          <p:cNvSpPr/>
          <p:nvPr/>
        </p:nvSpPr>
        <p:spPr>
          <a:xfrm rot="21279506">
            <a:off x="14106366" y="8580183"/>
            <a:ext cx="5532983" cy="1694476"/>
          </a:xfrm>
          <a:custGeom>
            <a:avLst/>
            <a:gdLst/>
            <a:ahLst/>
            <a:cxnLst/>
            <a:rect l="l" t="t" r="r" b="b"/>
            <a:pathLst>
              <a:path w="5532983" h="1694476">
                <a:moveTo>
                  <a:pt x="0" y="0"/>
                </a:moveTo>
                <a:lnTo>
                  <a:pt x="5532983" y="0"/>
                </a:lnTo>
                <a:lnTo>
                  <a:pt x="5532983" y="1694476"/>
                </a:lnTo>
                <a:lnTo>
                  <a:pt x="0" y="1694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96394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9993F74-80D4-2E8A-4E8D-85FF9C1E05AB}"/>
              </a:ext>
            </a:extLst>
          </p:cNvPr>
          <p:cNvSpPr/>
          <p:nvPr/>
        </p:nvSpPr>
        <p:spPr>
          <a:xfrm>
            <a:off x="0" y="-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95AE8FCA-17FB-F2A5-D4B1-FFFD50C09577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5E4B2CE-1ED1-3172-BE02-46306BB31A3E}"/>
              </a:ext>
            </a:extLst>
          </p:cNvPr>
          <p:cNvSpPr/>
          <p:nvPr/>
        </p:nvSpPr>
        <p:spPr>
          <a:xfrm>
            <a:off x="1481182" y="377372"/>
            <a:ext cx="8983618" cy="107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50" dirty="0">
                <a:solidFill>
                  <a:schemeClr val="accent1">
                    <a:lumMod val="75000"/>
                  </a:schemeClr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OSCILLATION 1.1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4FE85AD-571B-5CB0-D12A-8EC8D42DB263}"/>
              </a:ext>
            </a:extLst>
          </p:cNvPr>
          <p:cNvSpPr/>
          <p:nvPr/>
        </p:nvSpPr>
        <p:spPr>
          <a:xfrm>
            <a:off x="1916611" y="1446495"/>
            <a:ext cx="10797903" cy="158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Physical Basis of Oscillation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6215C6-D964-0752-2569-A8CC061BEF3F}"/>
              </a:ext>
            </a:extLst>
          </p:cNvPr>
          <p:cNvSpPr txBox="1"/>
          <p:nvPr/>
        </p:nvSpPr>
        <p:spPr>
          <a:xfrm>
            <a:off x="2509519" y="2754984"/>
            <a:ext cx="150077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Inductor stores energy in a magnetic field; capacitor stores energy in an electric field.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Energy continuously transfers between L and C, creating oscillation.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Similar to energy exchange in a mass-spring or pendulum system.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Resistance causes energy loss as heat.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Therefore, passive RLC oscillations gradually decay over time.</a:t>
            </a: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3961DA7-3403-68A7-E410-D34CB8E7DA3C}"/>
              </a:ext>
            </a:extLst>
          </p:cNvPr>
          <p:cNvSpPr/>
          <p:nvPr/>
        </p:nvSpPr>
        <p:spPr>
          <a:xfrm>
            <a:off x="2688580" y="6810104"/>
            <a:ext cx="12410820" cy="123865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wʟ = ½ L i²      (energy stored in the inductor's magnetic field)</a:t>
            </a:r>
            <a:endParaRPr lang="en-US" sz="320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A37D4E62-FB3B-A067-1B31-CA076A9E1943}"/>
              </a:ext>
            </a:extLst>
          </p:cNvPr>
          <p:cNvSpPr/>
          <p:nvPr/>
        </p:nvSpPr>
        <p:spPr>
          <a:xfrm>
            <a:off x="2688579" y="8225841"/>
            <a:ext cx="12410819" cy="1121360"/>
          </a:xfrm>
          <a:prstGeom prst="roundRect">
            <a:avLst>
              <a:gd name="adj" fmla="val 10909"/>
            </a:avLst>
          </a:prstGeom>
          <a:solidFill>
            <a:srgbClr val="EFF7FA"/>
          </a:solidFill>
          <a:ln/>
        </p:spPr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98E574E7-7C85-7F45-DBBF-CB464703FFF2}"/>
              </a:ext>
            </a:extLst>
          </p:cNvPr>
          <p:cNvSpPr/>
          <p:nvPr/>
        </p:nvSpPr>
        <p:spPr>
          <a:xfrm>
            <a:off x="2579786" y="8271561"/>
            <a:ext cx="12410819" cy="1121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wᴄ = ½ C v²      (energy stored in the capacitor's electric field)</a:t>
            </a:r>
            <a:endParaRPr lang="en-US" sz="3200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B6F3A614-C528-D24D-8269-E8E4CC9DA697}"/>
              </a:ext>
            </a:extLst>
          </p:cNvPr>
          <p:cNvSpPr/>
          <p:nvPr/>
        </p:nvSpPr>
        <p:spPr>
          <a:xfrm rot="2480826">
            <a:off x="-874966" y="-945511"/>
            <a:ext cx="2252853" cy="2645765"/>
          </a:xfrm>
          <a:custGeom>
            <a:avLst/>
            <a:gdLst/>
            <a:ahLst/>
            <a:cxnLst/>
            <a:rect l="l" t="t" r="r" b="b"/>
            <a:pathLst>
              <a:path w="2252853" h="2287160">
                <a:moveTo>
                  <a:pt x="0" y="0"/>
                </a:moveTo>
                <a:lnTo>
                  <a:pt x="2252852" y="0"/>
                </a:lnTo>
                <a:lnTo>
                  <a:pt x="2252852" y="2287160"/>
                </a:lnTo>
                <a:lnTo>
                  <a:pt x="0" y="22871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E152CE2-5A74-75F2-F2D0-911D6C631A14}"/>
              </a:ext>
            </a:extLst>
          </p:cNvPr>
          <p:cNvSpPr/>
          <p:nvPr/>
        </p:nvSpPr>
        <p:spPr>
          <a:xfrm rot="21279506">
            <a:off x="15521508" y="8429463"/>
            <a:ext cx="5532983" cy="1694476"/>
          </a:xfrm>
          <a:custGeom>
            <a:avLst/>
            <a:gdLst/>
            <a:ahLst/>
            <a:cxnLst/>
            <a:rect l="l" t="t" r="r" b="b"/>
            <a:pathLst>
              <a:path w="5532983" h="1694476">
                <a:moveTo>
                  <a:pt x="0" y="0"/>
                </a:moveTo>
                <a:lnTo>
                  <a:pt x="5532983" y="0"/>
                </a:lnTo>
                <a:lnTo>
                  <a:pt x="5532983" y="1694476"/>
                </a:lnTo>
                <a:lnTo>
                  <a:pt x="0" y="1694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7417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2" grpId="0"/>
      <p:bldP spid="17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D87F6A6-D249-D7D7-C1E3-9007B01C9C91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8E83886B-0959-8B9D-C5F6-801050F3B243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7DC3CED-EB9B-FE10-D72A-09C1B67F78E5}"/>
              </a:ext>
            </a:extLst>
          </p:cNvPr>
          <p:cNvSpPr/>
          <p:nvPr/>
        </p:nvSpPr>
        <p:spPr>
          <a:xfrm>
            <a:off x="2224970" y="1307592"/>
            <a:ext cx="12927944" cy="148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Source-Free Series RLC Circuit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27F29E8-2870-B183-1AA1-FED2E12D2797}"/>
              </a:ext>
            </a:extLst>
          </p:cNvPr>
          <p:cNvSpPr/>
          <p:nvPr/>
        </p:nvSpPr>
        <p:spPr>
          <a:xfrm>
            <a:off x="2561771" y="2444568"/>
            <a:ext cx="131644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Applying KVL to a series R-L-C loop gives a 2nd-order differential equation.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Its characteristic-equation roots are: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C120D8ED-62BD-ADC8-0466-D8C040F7C2A8}"/>
              </a:ext>
            </a:extLst>
          </p:cNvPr>
          <p:cNvSpPr/>
          <p:nvPr/>
        </p:nvSpPr>
        <p:spPr>
          <a:xfrm>
            <a:off x="2794727" y="3556689"/>
            <a:ext cx="1180664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1C254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34" charset="0"/>
                <a:ea typeface="Cambria" pitchFamily="34" charset="-122"/>
                <a:cs typeface="Cambria" pitchFamily="34" charset="-120"/>
              </a:rPr>
              <a:t>s₁,₂ = −α ± √(α² − ω₀²)        α = R / 2L        ω₀ = 1 / √(LC)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0B3C51F3-BA6D-FA9F-6A9B-E2373B1C6D61}"/>
              </a:ext>
            </a:extLst>
          </p:cNvPr>
          <p:cNvSpPr/>
          <p:nvPr/>
        </p:nvSpPr>
        <p:spPr>
          <a:xfrm>
            <a:off x="1886898" y="5029200"/>
            <a:ext cx="4685214" cy="3563257"/>
          </a:xfrm>
          <a:prstGeom prst="roundRect">
            <a:avLst>
              <a:gd name="adj" fmla="val 2254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23429012-45A8-A221-0D2E-7B29B551AA81}"/>
              </a:ext>
            </a:extLst>
          </p:cNvPr>
          <p:cNvSpPr/>
          <p:nvPr/>
        </p:nvSpPr>
        <p:spPr>
          <a:xfrm>
            <a:off x="2670993" y="5347861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Overdamped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7F4923F0-D983-CF91-8D4A-EC3217F3B437}"/>
              </a:ext>
            </a:extLst>
          </p:cNvPr>
          <p:cNvSpPr/>
          <p:nvPr/>
        </p:nvSpPr>
        <p:spPr>
          <a:xfrm>
            <a:off x="2717625" y="5810205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B4D8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α &gt; ω₀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DDF7E995-AE9B-2C45-1351-4668EC6D680C}"/>
              </a:ext>
            </a:extLst>
          </p:cNvPr>
          <p:cNvSpPr/>
          <p:nvPr/>
        </p:nvSpPr>
        <p:spPr>
          <a:xfrm>
            <a:off x="2495771" y="6261499"/>
            <a:ext cx="3527657" cy="1779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real, distinct roots. The response decays to zero with no oscillation at all.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6066DCC2-0E80-294B-FEAC-9A8E42AA4A3B}"/>
              </a:ext>
            </a:extLst>
          </p:cNvPr>
          <p:cNvSpPr/>
          <p:nvPr/>
        </p:nvSpPr>
        <p:spPr>
          <a:xfrm>
            <a:off x="6854155" y="5048595"/>
            <a:ext cx="4520471" cy="3563257"/>
          </a:xfrm>
          <a:prstGeom prst="roundRect">
            <a:avLst>
              <a:gd name="adj" fmla="val 2254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6D3218AF-37B6-AD2B-BAF9-77146DB21EF1}"/>
              </a:ext>
            </a:extLst>
          </p:cNvPr>
          <p:cNvSpPr/>
          <p:nvPr/>
        </p:nvSpPr>
        <p:spPr>
          <a:xfrm>
            <a:off x="7332409" y="5358524"/>
            <a:ext cx="3917742" cy="451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Critically Damped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21DDD94F-EB18-DD9B-F957-00B748D7A04A}"/>
              </a:ext>
            </a:extLst>
          </p:cNvPr>
          <p:cNvSpPr/>
          <p:nvPr/>
        </p:nvSpPr>
        <p:spPr>
          <a:xfrm>
            <a:off x="7402839" y="5800660"/>
            <a:ext cx="3917742" cy="401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B4D8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α = ω₀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4FDCBA12-6B0D-C58B-6E24-F0EC226A1D2D}"/>
              </a:ext>
            </a:extLst>
          </p:cNvPr>
          <p:cNvSpPr/>
          <p:nvPr/>
        </p:nvSpPr>
        <p:spPr>
          <a:xfrm>
            <a:off x="7253626" y="6033702"/>
            <a:ext cx="3917742" cy="2007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Two equal real roots. The fastest possible decay without any oscillation.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71DAA605-0B75-4A4A-EC31-EF5865B0681D}"/>
              </a:ext>
            </a:extLst>
          </p:cNvPr>
          <p:cNvSpPr/>
          <p:nvPr/>
        </p:nvSpPr>
        <p:spPr>
          <a:xfrm>
            <a:off x="11774097" y="5048595"/>
            <a:ext cx="4520471" cy="3563257"/>
          </a:xfrm>
          <a:prstGeom prst="roundRect">
            <a:avLst>
              <a:gd name="adj" fmla="val 2254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7F68BFDD-D262-E2FF-F5F0-CC720F38D444}"/>
              </a:ext>
            </a:extLst>
          </p:cNvPr>
          <p:cNvSpPr/>
          <p:nvPr/>
        </p:nvSpPr>
        <p:spPr>
          <a:xfrm>
            <a:off x="12352207" y="5328281"/>
            <a:ext cx="3684775" cy="472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Underdamped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3B6F792F-5E7A-3F76-C351-2EE3A8B04C5E}"/>
              </a:ext>
            </a:extLst>
          </p:cNvPr>
          <p:cNvSpPr/>
          <p:nvPr/>
        </p:nvSpPr>
        <p:spPr>
          <a:xfrm>
            <a:off x="12496925" y="5754023"/>
            <a:ext cx="3684775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0B4D8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α &lt; ω₀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17" name="Text 22">
            <a:extLst>
              <a:ext uri="{FF2B5EF4-FFF2-40B4-BE49-F238E27FC236}">
                <a16:creationId xmlns:a16="http://schemas.microsoft.com/office/drawing/2014/main" id="{A01C3F4D-E1D5-05BF-1DB3-5B2FAA572115}"/>
              </a:ext>
            </a:extLst>
          </p:cNvPr>
          <p:cNvSpPr/>
          <p:nvPr/>
        </p:nvSpPr>
        <p:spPr>
          <a:xfrm>
            <a:off x="12352205" y="6050026"/>
            <a:ext cx="3684775" cy="2099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Complex roots, s = −α ± jωd. A genuine — though decaying — oscillation appears.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92DB332-A5FB-6031-5D8A-63C93A4CC014}"/>
              </a:ext>
            </a:extLst>
          </p:cNvPr>
          <p:cNvSpPr/>
          <p:nvPr/>
        </p:nvSpPr>
        <p:spPr>
          <a:xfrm>
            <a:off x="1481182" y="377372"/>
            <a:ext cx="8983618" cy="107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50" dirty="0">
                <a:solidFill>
                  <a:schemeClr val="accent1">
                    <a:lumMod val="75000"/>
                  </a:schemeClr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OSCILLATION 1.2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4" name="Freeform 4">
            <a:extLst>
              <a:ext uri="{FF2B5EF4-FFF2-40B4-BE49-F238E27FC236}">
                <a16:creationId xmlns:a16="http://schemas.microsoft.com/office/drawing/2014/main" id="{A1A6FAE3-DA8B-644F-7712-15EB668197CB}"/>
              </a:ext>
            </a:extLst>
          </p:cNvPr>
          <p:cNvSpPr/>
          <p:nvPr/>
        </p:nvSpPr>
        <p:spPr>
          <a:xfrm rot="1219429">
            <a:off x="16832333" y="-978897"/>
            <a:ext cx="1538776" cy="3371868"/>
          </a:xfrm>
          <a:custGeom>
            <a:avLst/>
            <a:gdLst/>
            <a:ahLst/>
            <a:cxnLst/>
            <a:rect l="l" t="t" r="r" b="b"/>
            <a:pathLst>
              <a:path w="1281444" h="1853807">
                <a:moveTo>
                  <a:pt x="0" y="0"/>
                </a:moveTo>
                <a:lnTo>
                  <a:pt x="1281444" y="0"/>
                </a:lnTo>
                <a:lnTo>
                  <a:pt x="1281444" y="1853807"/>
                </a:lnTo>
                <a:lnTo>
                  <a:pt x="0" y="1853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Freeform 8">
            <a:extLst>
              <a:ext uri="{FF2B5EF4-FFF2-40B4-BE49-F238E27FC236}">
                <a16:creationId xmlns:a16="http://schemas.microsoft.com/office/drawing/2014/main" id="{35089778-B380-CCC6-5807-28C5F2123476}"/>
              </a:ext>
            </a:extLst>
          </p:cNvPr>
          <p:cNvSpPr/>
          <p:nvPr/>
        </p:nvSpPr>
        <p:spPr>
          <a:xfrm rot="19145187">
            <a:off x="-2544799" y="-2263249"/>
            <a:ext cx="6301624" cy="6085436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3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8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26" grpId="0" animBg="1"/>
      <p:bldP spid="15" grpId="0" animBg="1"/>
      <p:bldP spid="16" grpId="0" animBg="1"/>
      <p:bldP spid="17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32AE485-D25B-F4FF-E339-6C404169C58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CBCF346-39D2-13F5-6CF1-C99BD5139403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21A2E3-1E2E-8146-DFD9-E09564FA70BD}"/>
              </a:ext>
            </a:extLst>
          </p:cNvPr>
          <p:cNvSpPr/>
          <p:nvPr/>
        </p:nvSpPr>
        <p:spPr>
          <a:xfrm>
            <a:off x="1191988" y="934139"/>
            <a:ext cx="11654245" cy="1381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Underdamped Response: A Damped Oscillation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EC34DAA-796E-A930-8135-1358D84224D5}"/>
              </a:ext>
            </a:extLst>
          </p:cNvPr>
          <p:cNvSpPr/>
          <p:nvPr/>
        </p:nvSpPr>
        <p:spPr>
          <a:xfrm>
            <a:off x="1481182" y="377372"/>
            <a:ext cx="8983618" cy="107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50" dirty="0">
                <a:solidFill>
                  <a:schemeClr val="accent1">
                    <a:lumMod val="75000"/>
                  </a:schemeClr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OSCILLATION 1.3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204F4094-0384-EE9C-3EA1-52B81BCD75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9936991"/>
              </p:ext>
            </p:extLst>
          </p:nvPr>
        </p:nvGraphicFramePr>
        <p:xfrm>
          <a:off x="989693" y="2271631"/>
          <a:ext cx="10111742" cy="7180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1980B7-C8FA-1411-DEB4-55C50C4A8288}"/>
                  </a:ext>
                </a:extLst>
              </p:cNvPr>
              <p:cNvSpPr txBox="1"/>
              <p:nvPr/>
            </p:nvSpPr>
            <p:spPr>
              <a:xfrm>
                <a:off x="11147697" y="2562977"/>
                <a:ext cx="6937103" cy="501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ü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Damped frequency: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3200" i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2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resistance decreases, damping decreases. </a:t>
                </a:r>
              </a:p>
              <a:p>
                <a:pPr marL="571500" indent="-571500">
                  <a:buFont typeface="Wingdings" panose="05000000000000000000" pitchFamily="2" charset="2"/>
                  <a:buChar char="ü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3200" i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2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oscillations persist. </a:t>
                </a:r>
              </a:p>
              <a:p>
                <a:pPr marL="571500" indent="-571500">
                  <a:buFont typeface="Wingdings" panose="05000000000000000000" pitchFamily="2" charset="2"/>
                  <a:buChar char="ü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lossless condition forms the basis of frequency generators.</a:t>
                </a:r>
              </a:p>
              <a:p>
                <a:pPr marL="571500" indent="-571500">
                  <a:buFont typeface="Wingdings" panose="05000000000000000000" pitchFamily="2" charset="2"/>
                  <a:buChar char="ü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Figure 1(a) illustrates the decaying oscillatory (ringing) response of an RLC circuit.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61980B7-C8FA-1411-DEB4-55C50C4A8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7697" y="2562977"/>
                <a:ext cx="6937103" cy="5016758"/>
              </a:xfrm>
              <a:prstGeom prst="rect">
                <a:avLst/>
              </a:prstGeom>
              <a:blipFill>
                <a:blip r:embed="rId5"/>
                <a:stretch>
                  <a:fillRect l="-2021" t="-1701" b="-29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E8DCB2B-6809-E41A-5F82-12FAB9425C7A}"/>
              </a:ext>
            </a:extLst>
          </p:cNvPr>
          <p:cNvSpPr txBox="1"/>
          <p:nvPr/>
        </p:nvSpPr>
        <p:spPr>
          <a:xfrm>
            <a:off x="1785257" y="9452429"/>
            <a:ext cx="8853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Figure 1(a):</a:t>
            </a:r>
            <a:r>
              <a:rPr lang="en-US" dirty="0">
                <a:latin typeface="Bell MT" panose="02020503060305020303" pitchFamily="18" charset="0"/>
              </a:rPr>
              <a:t> Damped oscillatory response (ringing) of a second-order RLC circuit.</a:t>
            </a:r>
          </a:p>
        </p:txBody>
      </p:sp>
      <p:sp>
        <p:nvSpPr>
          <p:cNvPr id="7" name="Freeform 10">
            <a:extLst>
              <a:ext uri="{FF2B5EF4-FFF2-40B4-BE49-F238E27FC236}">
                <a16:creationId xmlns:a16="http://schemas.microsoft.com/office/drawing/2014/main" id="{95F6A8D5-72EB-E8D3-A4B4-0EDD202B497D}"/>
              </a:ext>
            </a:extLst>
          </p:cNvPr>
          <p:cNvSpPr/>
          <p:nvPr/>
        </p:nvSpPr>
        <p:spPr>
          <a:xfrm>
            <a:off x="-181205" y="-80035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FE8D5C32-6F5C-677B-E100-C0245165979E}"/>
              </a:ext>
            </a:extLst>
          </p:cNvPr>
          <p:cNvSpPr/>
          <p:nvPr/>
        </p:nvSpPr>
        <p:spPr>
          <a:xfrm rot="19145187">
            <a:off x="13294105" y="6378114"/>
            <a:ext cx="8008404" cy="7529197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44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6" grpId="0">
        <p:bldAsOne/>
      </p:bldGraphic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A74F89-7006-FD35-86E8-3386EFB69003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8FA4D74-7CE7-DA17-7A39-ED680CCC67FD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320C626-D26B-CBB3-004D-3B9D7C25FFD6}"/>
              </a:ext>
            </a:extLst>
          </p:cNvPr>
          <p:cNvSpPr/>
          <p:nvPr/>
        </p:nvSpPr>
        <p:spPr>
          <a:xfrm>
            <a:off x="1227909" y="369532"/>
            <a:ext cx="8699861" cy="832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50" dirty="0">
                <a:solidFill>
                  <a:srgbClr val="00B4D8"/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FREQUENCY GENERATION 2.1</a:t>
            </a:r>
            <a:endParaRPr lang="en-US" sz="4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754E28F-D483-999D-4F55-F30FF8FB0361}"/>
              </a:ext>
            </a:extLst>
          </p:cNvPr>
          <p:cNvSpPr/>
          <p:nvPr/>
        </p:nvSpPr>
        <p:spPr>
          <a:xfrm>
            <a:off x="1518194" y="1591126"/>
            <a:ext cx="11776891" cy="832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Resonance: The Frequency-Fixing Mechanism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0E3F90E-5B31-8BEB-591C-E2C7E306BB5B}"/>
              </a:ext>
            </a:extLst>
          </p:cNvPr>
          <p:cNvSpPr/>
          <p:nvPr/>
        </p:nvSpPr>
        <p:spPr>
          <a:xfrm>
            <a:off x="2698215" y="8405408"/>
            <a:ext cx="12923515" cy="964147"/>
          </a:xfrm>
          <a:prstGeom prst="roundRect">
            <a:avLst>
              <a:gd name="adj" fmla="val 9677"/>
            </a:avLst>
          </a:prstGeom>
          <a:solidFill>
            <a:srgbClr val="EF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2E736350-A7EC-B0FA-D3B3-47B95AF6459E}"/>
              </a:ext>
            </a:extLst>
          </p:cNvPr>
          <p:cNvSpPr/>
          <p:nvPr/>
        </p:nvSpPr>
        <p:spPr>
          <a:xfrm>
            <a:off x="2294715" y="8350506"/>
            <a:ext cx="12923515" cy="964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ω₀ = 1 / √(LC)            Q = ω₀ / B            B = ω₀ / Q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1E8950-B17E-D42E-0422-B24F18150B9B}"/>
                  </a:ext>
                </a:extLst>
              </p:cNvPr>
              <p:cNvSpPr txBox="1"/>
              <p:nvPr/>
            </p:nvSpPr>
            <p:spPr>
              <a:xfrm>
                <a:off x="2984142" y="3210033"/>
                <a:ext cx="12525830" cy="3871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Resonance occurs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31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making the circuit purely resistive. 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Resonant frequency: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1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1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1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1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100" i="1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resonance, the circuit response reaches its maximum value. 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Quality Factor (</a:t>
                </a:r>
                <a14:m>
                  <m:oMath xmlns:m="http://schemas.openxmlformats.org/officeDocument/2006/math">
                    <m:r>
                      <a:rPr lang="en-US" sz="31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indicates the sharpness of the resonance peak. 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</a:t>
                </a:r>
                <a14:m>
                  <m:oMath xmlns:m="http://schemas.openxmlformats.org/officeDocument/2006/math">
                    <m:r>
                      <a:rPr lang="en-US" sz="31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→ narrower bandwidth and better frequency selectivity. 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Bandwidth: </a:t>
                </a:r>
                <a14:m>
                  <m:oMath xmlns:m="http://schemas.openxmlformats.org/officeDocument/2006/math">
                    <m:r>
                      <a:rPr lang="en-US" sz="31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1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1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3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10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sz="31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3100" i="1"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</m:oMath>
                </a14:m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Wingdings" panose="05000000000000000000" pitchFamily="2" charset="2"/>
                  <a:buChar char="q"/>
                </a:pPr>
                <a:r>
                  <a:rPr lang="en-US" sz="3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Resonance enables the generation of a clean, stable frequency.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1E8950-B17E-D42E-0422-B24F18150B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4142" y="3210033"/>
                <a:ext cx="12525830" cy="3871573"/>
              </a:xfrm>
              <a:prstGeom prst="rect">
                <a:avLst/>
              </a:prstGeom>
              <a:blipFill>
                <a:blip r:embed="rId4"/>
                <a:stretch>
                  <a:fillRect l="-1071" t="-2205" b="-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 4">
            <a:extLst>
              <a:ext uri="{FF2B5EF4-FFF2-40B4-BE49-F238E27FC236}">
                <a16:creationId xmlns:a16="http://schemas.microsoft.com/office/drawing/2014/main" id="{B9BB02C5-2BE5-78CF-CBDF-928AAE0344EF}"/>
              </a:ext>
            </a:extLst>
          </p:cNvPr>
          <p:cNvSpPr/>
          <p:nvPr/>
        </p:nvSpPr>
        <p:spPr>
          <a:xfrm rot="21279506">
            <a:off x="14206353" y="-103492"/>
            <a:ext cx="5532983" cy="1694476"/>
          </a:xfrm>
          <a:custGeom>
            <a:avLst/>
            <a:gdLst/>
            <a:ahLst/>
            <a:cxnLst/>
            <a:rect l="l" t="t" r="r" b="b"/>
            <a:pathLst>
              <a:path w="5532983" h="1694476">
                <a:moveTo>
                  <a:pt x="0" y="0"/>
                </a:moveTo>
                <a:lnTo>
                  <a:pt x="5532983" y="0"/>
                </a:lnTo>
                <a:lnTo>
                  <a:pt x="5532983" y="1694476"/>
                </a:lnTo>
                <a:lnTo>
                  <a:pt x="0" y="1694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DF9DC64-9526-981F-BEAE-16E9CEDEC51D}"/>
              </a:ext>
            </a:extLst>
          </p:cNvPr>
          <p:cNvSpPr/>
          <p:nvPr/>
        </p:nvSpPr>
        <p:spPr>
          <a:xfrm>
            <a:off x="-246106" y="8780514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A269B8DC-A760-98F1-1BB6-9333404E3FA1}"/>
              </a:ext>
            </a:extLst>
          </p:cNvPr>
          <p:cNvSpPr/>
          <p:nvPr/>
        </p:nvSpPr>
        <p:spPr>
          <a:xfrm rot="19145187">
            <a:off x="-4552075" y="-2646355"/>
            <a:ext cx="8611939" cy="6864022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353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87439E4-7792-7143-3A2E-279274AB0E30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875AC49-7DFC-29D5-7AC0-AE93982EB601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7A70086-E93D-65E3-15DD-6EBF0D83E132}"/>
              </a:ext>
            </a:extLst>
          </p:cNvPr>
          <p:cNvSpPr/>
          <p:nvPr/>
        </p:nvSpPr>
        <p:spPr>
          <a:xfrm>
            <a:off x="1234440" y="73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50" dirty="0">
                <a:solidFill>
                  <a:srgbClr val="00B4D8"/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FREQUENCY GENERATION 2.2</a:t>
            </a:r>
            <a:endParaRPr lang="en-US" sz="4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8986FD14-27EE-4C56-0E7C-43C1A65717F9}"/>
              </a:ext>
            </a:extLst>
          </p:cNvPr>
          <p:cNvSpPr/>
          <p:nvPr/>
        </p:nvSpPr>
        <p:spPr>
          <a:xfrm>
            <a:off x="1655353" y="1507998"/>
            <a:ext cx="11189789" cy="103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vs. Parallel Resonance</a:t>
            </a:r>
            <a:endParaRPr lang="en-US" sz="40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7A9E4E94-B146-CAE6-593E-A22DB196811E}"/>
              </a:ext>
            </a:extLst>
          </p:cNvPr>
          <p:cNvSpPr/>
          <p:nvPr/>
        </p:nvSpPr>
        <p:spPr>
          <a:xfrm>
            <a:off x="720633" y="9435411"/>
            <a:ext cx="12443823" cy="526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u="sng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Alexander &amp; Sadiku, Ch. 14 “Frequency Response” (Series/Parallel Resonance); Boylestad, Ch. 20 “Resonance,” p. 879.</a:t>
            </a:r>
            <a:endParaRPr lang="en-US" sz="1400" u="sng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7CADE7A0-2399-641C-A93D-D32504780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912592"/>
              </p:ext>
            </p:extLst>
          </p:nvPr>
        </p:nvGraphicFramePr>
        <p:xfrm>
          <a:off x="1059543" y="2538330"/>
          <a:ext cx="16168913" cy="6108735"/>
        </p:xfrm>
        <a:graphic>
          <a:graphicData uri="http://schemas.openxmlformats.org/drawingml/2006/table">
            <a:tbl>
              <a:tblPr/>
              <a:tblGrid>
                <a:gridCol w="4878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5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17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Bodoni MT" panose="02070603080606020203" pitchFamily="18" charset="0"/>
                          <a:cs typeface="Times New Roman" panose="02020603050405020304" pitchFamily="18" charset="0"/>
                        </a:rPr>
                        <a:t>Characteristic</a:t>
                      </a:r>
                      <a:endParaRPr lang="en-US" sz="3200" dirty="0">
                        <a:latin typeface="Bodoni MT" panose="02070603080606020203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Bell MT" panose="02020503060305020303" pitchFamily="18" charset="0"/>
                          <a:cs typeface="Times New Roman" panose="02020603050405020304" pitchFamily="18" charset="0"/>
                        </a:rPr>
                        <a:t>Series Resonant Circuit</a:t>
                      </a:r>
                      <a:endParaRPr lang="en-US" sz="3200" dirty="0">
                        <a:latin typeface="Bell MT" panose="020205030603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b="1" dirty="0">
                          <a:solidFill>
                            <a:srgbClr val="FFFFFF"/>
                          </a:solidFill>
                          <a:latin typeface="Bell MT" panose="02020503060305020303" pitchFamily="18" charset="0"/>
                          <a:cs typeface="Times New Roman" panose="02020603050405020304" pitchFamily="18" charset="0"/>
                        </a:rPr>
                        <a:t>Parallel Resonant Circuit</a:t>
                      </a:r>
                      <a:endParaRPr lang="en-US" sz="3200" dirty="0">
                        <a:latin typeface="Bell MT" panose="02020503060305020303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17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Resonance condition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Xʟ = Xᴄ (reactances cancel)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Bʟ = Bᴄ (susceptances cancel)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17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Impedance at ω₀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(Z = R)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(Z = R)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17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Peak quantity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Current is maximum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 is maximum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17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role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Acceptor / band-pass selection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3200" dirty="0">
                          <a:solidFill>
                            <a:srgbClr val="2B2D3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Rejector circuits, oscillator tank circuits</a:t>
                      </a:r>
                      <a:endParaRPr lang="en-US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Freeform 8">
            <a:extLst>
              <a:ext uri="{FF2B5EF4-FFF2-40B4-BE49-F238E27FC236}">
                <a16:creationId xmlns:a16="http://schemas.microsoft.com/office/drawing/2014/main" id="{450A81A8-03EE-36B1-9BA8-F1E3E446497C}"/>
              </a:ext>
            </a:extLst>
          </p:cNvPr>
          <p:cNvSpPr/>
          <p:nvPr/>
        </p:nvSpPr>
        <p:spPr>
          <a:xfrm rot="19145187">
            <a:off x="12730866" y="5452421"/>
            <a:ext cx="9271838" cy="8869051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F8D8284-3762-ACB4-4479-FEC620600487}"/>
              </a:ext>
            </a:extLst>
          </p:cNvPr>
          <p:cNvSpPr/>
          <p:nvPr/>
        </p:nvSpPr>
        <p:spPr>
          <a:xfrm rot="19145187">
            <a:off x="-3203869" y="-2946051"/>
            <a:ext cx="6301624" cy="6085436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68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7D54A5-2BBE-D10F-F2B9-41D15EC03CEA}"/>
              </a:ext>
            </a:extLst>
          </p:cNvPr>
          <p:cNvSpPr/>
          <p:nvPr/>
        </p:nvSpPr>
        <p:spPr>
          <a:xfrm>
            <a:off x="0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70841FBC-662A-B621-DDC2-7EC9CFF987D1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DC1B43D-B78D-11B2-D9EF-ED57FB26215B}"/>
              </a:ext>
            </a:extLst>
          </p:cNvPr>
          <p:cNvSpPr/>
          <p:nvPr/>
        </p:nvSpPr>
        <p:spPr>
          <a:xfrm>
            <a:off x="1234440" y="73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50" dirty="0">
                <a:solidFill>
                  <a:srgbClr val="00B4D8"/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FREQUENCY GENERATION 2.3</a:t>
            </a:r>
            <a:endParaRPr lang="en-US" sz="4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ABFE6E2-CAD9-C6D6-55F7-0834FB4F5E33}"/>
              </a:ext>
            </a:extLst>
          </p:cNvPr>
          <p:cNvSpPr/>
          <p:nvPr/>
        </p:nvSpPr>
        <p:spPr>
          <a:xfrm>
            <a:off x="1916610" y="1492212"/>
            <a:ext cx="11291389" cy="12364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The LC Tank Circuit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5EFA3B-E8A1-B606-BFBD-B0AA8988BFA9}"/>
                  </a:ext>
                </a:extLst>
              </p:cNvPr>
              <p:cNvSpPr txBox="1"/>
              <p:nvPr/>
            </p:nvSpPr>
            <p:spPr>
              <a:xfrm>
                <a:off x="2641600" y="3087785"/>
                <a:ext cx="14020800" cy="4241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tank circuit consists of a parallel inductor (L) and capacitor (C). 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Energy continuously exchanges between L and C, producing oscillation.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Ideal tank circuits oscillate indefinitely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36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6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𝜋</m:t>
                        </m:r>
                        <m:rad>
                          <m:radPr>
                            <m:degHide m:val="on"/>
                            <m:ctrlPr>
                              <a:rPr lang="en-US" sz="36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𝐿𝐶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tank circuits experience losses due to resistance and dielectric effects. 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Oscillations gradually decay unless lost energy is replenished. </a:t>
                </a:r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Sustaining oscillation requires compensating for energy lost each cycle.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5EFA3B-E8A1-B606-BFBD-B0AA8988B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600" y="3087785"/>
                <a:ext cx="14020800" cy="4241930"/>
              </a:xfrm>
              <a:prstGeom prst="rect">
                <a:avLst/>
              </a:prstGeom>
              <a:blipFill>
                <a:blip r:embed="rId4"/>
                <a:stretch>
                  <a:fillRect l="-1174" t="-2446" r="-391" b="-4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4">
            <a:extLst>
              <a:ext uri="{FF2B5EF4-FFF2-40B4-BE49-F238E27FC236}">
                <a16:creationId xmlns:a16="http://schemas.microsoft.com/office/drawing/2014/main" id="{A049EB7E-765F-643A-8E94-E2F2BF0E6F8E}"/>
              </a:ext>
            </a:extLst>
          </p:cNvPr>
          <p:cNvSpPr/>
          <p:nvPr/>
        </p:nvSpPr>
        <p:spPr>
          <a:xfrm rot="21279506">
            <a:off x="13668215" y="8544756"/>
            <a:ext cx="5532983" cy="1694476"/>
          </a:xfrm>
          <a:custGeom>
            <a:avLst/>
            <a:gdLst/>
            <a:ahLst/>
            <a:cxnLst/>
            <a:rect l="l" t="t" r="r" b="b"/>
            <a:pathLst>
              <a:path w="5532983" h="1694476">
                <a:moveTo>
                  <a:pt x="0" y="0"/>
                </a:moveTo>
                <a:lnTo>
                  <a:pt x="5532983" y="0"/>
                </a:lnTo>
                <a:lnTo>
                  <a:pt x="5532983" y="1694476"/>
                </a:lnTo>
                <a:lnTo>
                  <a:pt x="0" y="16944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CAA422FA-DBB8-444F-A574-B553B51C1603}"/>
              </a:ext>
            </a:extLst>
          </p:cNvPr>
          <p:cNvSpPr/>
          <p:nvPr/>
        </p:nvSpPr>
        <p:spPr>
          <a:xfrm>
            <a:off x="-424793" y="-434694"/>
            <a:ext cx="2391005" cy="211838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40649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07EDD4-FD53-273A-76CB-A7622271A1C3}"/>
              </a:ext>
            </a:extLst>
          </p:cNvPr>
          <p:cNvSpPr/>
          <p:nvPr/>
        </p:nvSpPr>
        <p:spPr>
          <a:xfrm>
            <a:off x="9295" y="-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8F18F5E-7566-1E80-35F9-946D0F0EAF30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43F3A07-D299-6E93-8050-001A030CE77E}"/>
              </a:ext>
            </a:extLst>
          </p:cNvPr>
          <p:cNvSpPr/>
          <p:nvPr/>
        </p:nvSpPr>
        <p:spPr>
          <a:xfrm>
            <a:off x="1379582" y="970278"/>
            <a:ext cx="12307389" cy="197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Sustaining Oscillation: The Barkhausen Criterion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662319B-4D06-471F-0213-7CDB30000BC0}"/>
              </a:ext>
            </a:extLst>
          </p:cNvPr>
          <p:cNvSpPr/>
          <p:nvPr/>
        </p:nvSpPr>
        <p:spPr>
          <a:xfrm>
            <a:off x="1234440" y="73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50" dirty="0">
                <a:solidFill>
                  <a:srgbClr val="00B4D8"/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FREQUENCY GENERATION 2.4</a:t>
            </a:r>
            <a:endParaRPr lang="en-US" sz="4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E04CFC-F514-AB8B-0CDA-85C91C98AF6D}"/>
                  </a:ext>
                </a:extLst>
              </p:cNvPr>
              <p:cNvSpPr txBox="1"/>
              <p:nvPr/>
            </p:nvSpPr>
            <p:spPr>
              <a:xfrm>
                <a:off x="2395582" y="2946399"/>
                <a:ext cx="14978017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Active devices supply energy to compensate for circuit losses.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Feedback must be in phase with the oscillation.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Barkhausen</a:t>
                </a: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Criterion: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Loop gain = 1 and phase shift = 0° (or 360°).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Proper feedback maintains a constant oscillation amplitude.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Resonant network sets the oscillation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4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Feedback network sustains oscillation by offsetting losses.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8E04CFC-F514-AB8B-0CDA-85C91C98A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582" y="2946399"/>
                <a:ext cx="14978017" cy="3785652"/>
              </a:xfrm>
              <a:prstGeom prst="rect">
                <a:avLst/>
              </a:prstGeom>
              <a:blipFill>
                <a:blip r:embed="rId4"/>
                <a:stretch>
                  <a:fillRect l="-1302" t="-2899" r="-2035" b="-59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reeform 10">
            <a:extLst>
              <a:ext uri="{FF2B5EF4-FFF2-40B4-BE49-F238E27FC236}">
                <a16:creationId xmlns:a16="http://schemas.microsoft.com/office/drawing/2014/main" id="{6FBA0CEB-625A-65C3-D551-36D9A5395CFF}"/>
              </a:ext>
            </a:extLst>
          </p:cNvPr>
          <p:cNvSpPr/>
          <p:nvPr/>
        </p:nvSpPr>
        <p:spPr>
          <a:xfrm>
            <a:off x="-653963" y="-412943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8826DDAC-21AE-FADC-A479-DCD01D67E38A}"/>
              </a:ext>
            </a:extLst>
          </p:cNvPr>
          <p:cNvSpPr/>
          <p:nvPr/>
        </p:nvSpPr>
        <p:spPr>
          <a:xfrm>
            <a:off x="17380579" y="9251037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72794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032EA0-963C-8D1E-6E3C-3E8D64C12FB5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0E5A1F0-9BE8-2896-ACC9-9630D98AEA25}"/>
              </a:ext>
            </a:extLst>
          </p:cNvPr>
          <p:cNvSpPr/>
          <p:nvPr/>
        </p:nvSpPr>
        <p:spPr>
          <a:xfrm>
            <a:off x="2090781" y="1575888"/>
            <a:ext cx="11770362" cy="98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Types of Practical Oscillators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A0D90A68-442F-ADDC-A046-C59C982858E9}"/>
              </a:ext>
            </a:extLst>
          </p:cNvPr>
          <p:cNvSpPr/>
          <p:nvPr/>
        </p:nvSpPr>
        <p:spPr>
          <a:xfrm>
            <a:off x="2431866" y="3523922"/>
            <a:ext cx="6450876" cy="2795452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16E04AEA-0A5C-CC92-D83C-4B2ADE721A3D}"/>
              </a:ext>
            </a:extLst>
          </p:cNvPr>
          <p:cNvSpPr/>
          <p:nvPr/>
        </p:nvSpPr>
        <p:spPr>
          <a:xfrm>
            <a:off x="2930868" y="3726978"/>
            <a:ext cx="457200" cy="45720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A4EFE60A-291A-086E-8841-82D4DBC6572F}"/>
              </a:ext>
            </a:extLst>
          </p:cNvPr>
          <p:cNvSpPr/>
          <p:nvPr/>
        </p:nvSpPr>
        <p:spPr>
          <a:xfrm>
            <a:off x="2930868" y="37269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1B32A97-2C09-AED1-D7D9-2AA3138EA78A}"/>
              </a:ext>
            </a:extLst>
          </p:cNvPr>
          <p:cNvSpPr/>
          <p:nvPr/>
        </p:nvSpPr>
        <p:spPr>
          <a:xfrm>
            <a:off x="3895340" y="3678065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RC Phase-Shift Oscillator</a:t>
            </a:r>
            <a:endParaRPr lang="en-US" sz="2400" dirty="0">
              <a:latin typeface="Bell MT" panose="02020503060305020303" pitchFamily="18" charset="0"/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CE3AD92-90C2-E169-96CA-4D8739C89EC6}"/>
              </a:ext>
            </a:extLst>
          </p:cNvPr>
          <p:cNvSpPr/>
          <p:nvPr/>
        </p:nvSpPr>
        <p:spPr>
          <a:xfrm>
            <a:off x="2928853" y="4322752"/>
            <a:ext cx="5595477" cy="1551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chain of R-C sections gives the 180° phase shift needed (with an inverting amplifier) to satisfy </a:t>
            </a:r>
            <a:r>
              <a:rPr lang="en-US" sz="2400" dirty="0" err="1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Barkhausen</a:t>
            </a: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 Common for audio-range frequencies.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3FAE6484-20F0-6780-F0E2-4181DE138DA0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207A637B-AD16-D903-1118-A223BC586F00}"/>
              </a:ext>
            </a:extLst>
          </p:cNvPr>
          <p:cNvSpPr/>
          <p:nvPr/>
        </p:nvSpPr>
        <p:spPr>
          <a:xfrm>
            <a:off x="1234440" y="73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50" dirty="0">
                <a:solidFill>
                  <a:srgbClr val="00B4D8"/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FREQUENCY GENERATION 2.5</a:t>
            </a:r>
            <a:endParaRPr lang="en-US" sz="4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68727DE0-53C8-3D90-97E4-ED08E4880B08}"/>
              </a:ext>
            </a:extLst>
          </p:cNvPr>
          <p:cNvSpPr/>
          <p:nvPr/>
        </p:nvSpPr>
        <p:spPr>
          <a:xfrm>
            <a:off x="2431866" y="6590645"/>
            <a:ext cx="6450876" cy="2795452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F1DEB143-95B9-34F1-9DB8-8DF0F9500270}"/>
              </a:ext>
            </a:extLst>
          </p:cNvPr>
          <p:cNvSpPr/>
          <p:nvPr/>
        </p:nvSpPr>
        <p:spPr>
          <a:xfrm>
            <a:off x="2928853" y="6821369"/>
            <a:ext cx="457200" cy="45720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87DDDB10-51B3-B6A7-4246-889C9E359333}"/>
              </a:ext>
            </a:extLst>
          </p:cNvPr>
          <p:cNvSpPr/>
          <p:nvPr/>
        </p:nvSpPr>
        <p:spPr>
          <a:xfrm>
            <a:off x="2930868" y="679370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</a:rPr>
              <a:t>2</a:t>
            </a:r>
            <a:endParaRPr lang="en-US" sz="1800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22968BD4-7E97-935A-8F96-6BCB21A926F0}"/>
              </a:ext>
            </a:extLst>
          </p:cNvPr>
          <p:cNvSpPr/>
          <p:nvPr/>
        </p:nvSpPr>
        <p:spPr>
          <a:xfrm>
            <a:off x="9464040" y="3523922"/>
            <a:ext cx="6450876" cy="2795452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8E3FF242-DF32-8B15-7851-3AD88D16FF29}"/>
              </a:ext>
            </a:extLst>
          </p:cNvPr>
          <p:cNvSpPr/>
          <p:nvPr/>
        </p:nvSpPr>
        <p:spPr>
          <a:xfrm>
            <a:off x="9963042" y="3738299"/>
            <a:ext cx="457200" cy="45720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DC8E2E2A-16BE-9459-1C00-CAEFD75F062C}"/>
              </a:ext>
            </a:extLst>
          </p:cNvPr>
          <p:cNvSpPr/>
          <p:nvPr/>
        </p:nvSpPr>
        <p:spPr>
          <a:xfrm>
            <a:off x="9963042" y="37269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</a:rPr>
              <a:t>3</a:t>
            </a:r>
            <a:endParaRPr lang="en-US" sz="180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74414880-FD63-F746-0C2F-001659AF0CF0}"/>
              </a:ext>
            </a:extLst>
          </p:cNvPr>
          <p:cNvSpPr/>
          <p:nvPr/>
        </p:nvSpPr>
        <p:spPr>
          <a:xfrm>
            <a:off x="9464040" y="6590645"/>
            <a:ext cx="6450876" cy="2795452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C4793265-534E-0A46-5ABC-5145E2857D1F}"/>
              </a:ext>
            </a:extLst>
          </p:cNvPr>
          <p:cNvSpPr/>
          <p:nvPr/>
        </p:nvSpPr>
        <p:spPr>
          <a:xfrm>
            <a:off x="9965654" y="6742466"/>
            <a:ext cx="457200" cy="457200"/>
          </a:xfrm>
          <a:prstGeom prst="ellipse">
            <a:avLst/>
          </a:prstGeom>
          <a:solidFill>
            <a:srgbClr val="1C2541"/>
          </a:solidFill>
          <a:ln/>
        </p:spPr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DF913832-0A9A-67F1-33CB-5E8D0B408EF0}"/>
              </a:ext>
            </a:extLst>
          </p:cNvPr>
          <p:cNvSpPr/>
          <p:nvPr/>
        </p:nvSpPr>
        <p:spPr>
          <a:xfrm>
            <a:off x="9963042" y="67424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18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2D58351-709C-4DA2-7FF9-60CC6EA1E267}"/>
              </a:ext>
            </a:extLst>
          </p:cNvPr>
          <p:cNvSpPr/>
          <p:nvPr/>
        </p:nvSpPr>
        <p:spPr>
          <a:xfrm>
            <a:off x="3833949" y="6828799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Wien-Bridge </a:t>
            </a:r>
            <a:r>
              <a:rPr lang="en-US" sz="24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Oscillator</a:t>
            </a:r>
            <a:endParaRPr lang="en-US" sz="2400" dirty="0">
              <a:latin typeface="Bell MT" panose="02020503060305020303" pitchFamily="18" charset="0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FB978C0C-FC29-D5F1-7BE9-DC89385DC161}"/>
              </a:ext>
            </a:extLst>
          </p:cNvPr>
          <p:cNvSpPr/>
          <p:nvPr/>
        </p:nvSpPr>
        <p:spPr>
          <a:xfrm>
            <a:off x="2869906" y="7228231"/>
            <a:ext cx="6074228" cy="1937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RC bridge network feeding a non-inverting amplifier; widely used in low-distortion, audio-frequency function generators.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E8EC3-CD35-1E8C-088D-B7561B8413B1}"/>
              </a:ext>
            </a:extLst>
          </p:cNvPr>
          <p:cNvSpPr txBox="1"/>
          <p:nvPr/>
        </p:nvSpPr>
        <p:spPr>
          <a:xfrm>
            <a:off x="9963042" y="4572000"/>
            <a:ext cx="5464192" cy="1395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 19">
            <a:extLst>
              <a:ext uri="{FF2B5EF4-FFF2-40B4-BE49-F238E27FC236}">
                <a16:creationId xmlns:a16="http://schemas.microsoft.com/office/drawing/2014/main" id="{BB452D8B-083D-0DA5-0A11-02F8D41D62F9}"/>
              </a:ext>
            </a:extLst>
          </p:cNvPr>
          <p:cNvSpPr/>
          <p:nvPr/>
        </p:nvSpPr>
        <p:spPr>
          <a:xfrm>
            <a:off x="10029808" y="4387234"/>
            <a:ext cx="6006740" cy="127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LC tank-based designs for radio frequencies; Colpitts taps the capacitor, Hartley taps the inductor, to form the feedback path.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8">
            <a:extLst>
              <a:ext uri="{FF2B5EF4-FFF2-40B4-BE49-F238E27FC236}">
                <a16:creationId xmlns:a16="http://schemas.microsoft.com/office/drawing/2014/main" id="{773795EF-A7D6-750D-9BA9-0E6FC13302F6}"/>
              </a:ext>
            </a:extLst>
          </p:cNvPr>
          <p:cNvSpPr/>
          <p:nvPr/>
        </p:nvSpPr>
        <p:spPr>
          <a:xfrm>
            <a:off x="10776857" y="372697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Colpitts / Hartley Oscillators</a:t>
            </a:r>
            <a:endParaRPr lang="en-US" sz="2400" dirty="0">
              <a:latin typeface="Bell MT" panose="02020503060305020303" pitchFamily="18" charset="0"/>
            </a:endParaRPr>
          </a:p>
        </p:txBody>
      </p:sp>
      <p:sp>
        <p:nvSpPr>
          <p:cNvPr id="12" name="Text 23">
            <a:extLst>
              <a:ext uri="{FF2B5EF4-FFF2-40B4-BE49-F238E27FC236}">
                <a16:creationId xmlns:a16="http://schemas.microsoft.com/office/drawing/2014/main" id="{7B99BC10-72DB-472F-7CB3-1D8652ECB4AB}"/>
              </a:ext>
            </a:extLst>
          </p:cNvPr>
          <p:cNvSpPr/>
          <p:nvPr/>
        </p:nvSpPr>
        <p:spPr>
          <a:xfrm>
            <a:off x="10750740" y="6771789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Crystal Oscillators</a:t>
            </a:r>
            <a:endParaRPr lang="en-US" sz="2400" dirty="0">
              <a:latin typeface="Bell MT" panose="02020503060305020303" pitchFamily="18" charset="0"/>
            </a:endParaRPr>
          </a:p>
        </p:txBody>
      </p:sp>
      <p:sp>
        <p:nvSpPr>
          <p:cNvPr id="13" name="Text 24">
            <a:extLst>
              <a:ext uri="{FF2B5EF4-FFF2-40B4-BE49-F238E27FC236}">
                <a16:creationId xmlns:a16="http://schemas.microsoft.com/office/drawing/2014/main" id="{54C24DE4-409A-A4AD-D238-64D8F87981CA}"/>
              </a:ext>
            </a:extLst>
          </p:cNvPr>
          <p:cNvSpPr/>
          <p:nvPr/>
        </p:nvSpPr>
        <p:spPr>
          <a:xfrm>
            <a:off x="10174668" y="7327801"/>
            <a:ext cx="5681466" cy="1600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Replace the LC tank with a piezoelectric quartz crystal of extremely high Q — the timing reference for clocks, microprocessors, and communication gear.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2BBC7C5-5353-1076-6F74-DCBA0269D9C7}"/>
              </a:ext>
            </a:extLst>
          </p:cNvPr>
          <p:cNvCxnSpPr/>
          <p:nvPr/>
        </p:nvCxnSpPr>
        <p:spPr>
          <a:xfrm>
            <a:off x="3833949" y="4180985"/>
            <a:ext cx="45393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862CBB-3AD6-A434-C08F-8AC9AB52C59D}"/>
              </a:ext>
            </a:extLst>
          </p:cNvPr>
          <p:cNvCxnSpPr/>
          <p:nvPr/>
        </p:nvCxnSpPr>
        <p:spPr>
          <a:xfrm>
            <a:off x="10745730" y="4203627"/>
            <a:ext cx="45393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4D17F3-9C51-E28D-51F9-AA653056F3F4}"/>
              </a:ext>
            </a:extLst>
          </p:cNvPr>
          <p:cNvCxnSpPr/>
          <p:nvPr/>
        </p:nvCxnSpPr>
        <p:spPr>
          <a:xfrm>
            <a:off x="3816962" y="7350443"/>
            <a:ext cx="45393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5C6C49-70BF-C212-7BAA-19DB063A4601}"/>
              </a:ext>
            </a:extLst>
          </p:cNvPr>
          <p:cNvCxnSpPr/>
          <p:nvPr/>
        </p:nvCxnSpPr>
        <p:spPr>
          <a:xfrm>
            <a:off x="10745730" y="7247417"/>
            <a:ext cx="453934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Freeform 8">
            <a:extLst>
              <a:ext uri="{FF2B5EF4-FFF2-40B4-BE49-F238E27FC236}">
                <a16:creationId xmlns:a16="http://schemas.microsoft.com/office/drawing/2014/main" id="{5682674F-A25D-0866-5A4E-8EA9D1F85F4B}"/>
              </a:ext>
            </a:extLst>
          </p:cNvPr>
          <p:cNvSpPr/>
          <p:nvPr/>
        </p:nvSpPr>
        <p:spPr>
          <a:xfrm rot="19145187">
            <a:off x="14070438" y="-3435127"/>
            <a:ext cx="8008404" cy="7529197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7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32" grpId="0" animBg="1"/>
      <p:bldP spid="33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5EFA73-A6A7-9EA6-8321-B1BABD80C3B3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C6D0A438-2824-35C6-3949-0B7E80F89D11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5758473-A8E0-45C2-5D3D-CCB3BB83485D}"/>
              </a:ext>
            </a:extLst>
          </p:cNvPr>
          <p:cNvSpPr/>
          <p:nvPr/>
        </p:nvSpPr>
        <p:spPr>
          <a:xfrm>
            <a:off x="1456511" y="1451278"/>
            <a:ext cx="14166665" cy="9903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Frequency Response, Transfer Functions &amp; Bode Plots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7AE6436D-BAB7-1712-6D6B-D902AD94E1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9820986"/>
              </p:ext>
            </p:extLst>
          </p:nvPr>
        </p:nvGraphicFramePr>
        <p:xfrm>
          <a:off x="927463" y="2594493"/>
          <a:ext cx="8745580" cy="7062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1">
            <a:extLst>
              <a:ext uri="{FF2B5EF4-FFF2-40B4-BE49-F238E27FC236}">
                <a16:creationId xmlns:a16="http://schemas.microsoft.com/office/drawing/2014/main" id="{957B089E-A7D7-317F-01CD-67D1B3157872}"/>
              </a:ext>
            </a:extLst>
          </p:cNvPr>
          <p:cNvSpPr/>
          <p:nvPr/>
        </p:nvSpPr>
        <p:spPr>
          <a:xfrm>
            <a:off x="1234440" y="7362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150" dirty="0">
                <a:solidFill>
                  <a:srgbClr val="00B4D8"/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FREQUENCY GENERATION 2.6</a:t>
            </a:r>
            <a:endParaRPr lang="en-US" sz="4000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19DF80-1BF0-A772-3005-F0696359CC44}"/>
                  </a:ext>
                </a:extLst>
              </p:cNvPr>
              <p:cNvSpPr txBox="1"/>
              <p:nvPr/>
            </p:nvSpPr>
            <p:spPr>
              <a:xfrm>
                <a:off x="10463349" y="3621818"/>
                <a:ext cx="6897188" cy="50783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Wingdings" panose="05000000000000000000" pitchFamily="2" charset="2"/>
                  <a:buChar char="§"/>
                </a:pPr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Transfer Function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Output-to-input ratio in the frequency domain. </a:t>
                </a:r>
              </a:p>
              <a:p>
                <a:pPr marL="571500" indent="-571500">
                  <a:buFont typeface="Wingdings" panose="05000000000000000000" pitchFamily="2" charset="2"/>
                  <a:buChar char="§"/>
                </a:pPr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Wingdings" panose="05000000000000000000" pitchFamily="2" charset="2"/>
                  <a:buChar char="§"/>
                </a:pPr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Bode Plots: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Show gain and phase variation with frequency. </a:t>
                </a:r>
              </a:p>
              <a:p>
                <a:pPr marL="571500" indent="-571500">
                  <a:buFont typeface="Wingdings" panose="05000000000000000000" pitchFamily="2" charset="2"/>
                  <a:buChar char="§"/>
                </a:pPr>
                <a:endParaRPr 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71500" indent="-571500">
                  <a:buFont typeface="Wingdings" panose="05000000000000000000" pitchFamily="2" charset="2"/>
                  <a:buChar char="§"/>
                </a:pPr>
                <a:r>
                  <a:rPr lang="en-US" sz="3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Design Verification: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Confirm </a:t>
                </a:r>
                <a:r>
                  <a:rPr lang="en-US" sz="36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Barkhausen</a:t>
                </a:r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conditions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19DF80-1BF0-A772-3005-F0696359C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3349" y="3621818"/>
                <a:ext cx="6897188" cy="5078313"/>
              </a:xfrm>
              <a:prstGeom prst="rect">
                <a:avLst/>
              </a:prstGeom>
              <a:blipFill>
                <a:blip r:embed="rId5"/>
                <a:stretch>
                  <a:fillRect l="-2385" t="-1921" b="-3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062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Graphic spid="5" grpId="0">
        <p:bldAsOne/>
      </p:bldGraphic>
      <p:bldP spid="7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16C9EBA-24D4-4334-D8CF-E499680EDB45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7A07AB4-86A6-679A-3E76-492EC3C609FA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EE780816-9A51-AF8E-D875-B619530A64CA}"/>
              </a:ext>
            </a:extLst>
          </p:cNvPr>
          <p:cNvSpPr/>
          <p:nvPr/>
        </p:nvSpPr>
        <p:spPr>
          <a:xfrm>
            <a:off x="1234439" y="384048"/>
            <a:ext cx="9839961" cy="81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50" dirty="0">
                <a:solidFill>
                  <a:schemeClr val="accent1">
                    <a:lumMod val="75000"/>
                  </a:schemeClr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AC SIGNAL GENERATION 3.1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4EE2EDD3-89FF-32CA-C8DF-1D53C3DD8443}"/>
              </a:ext>
            </a:extLst>
          </p:cNvPr>
          <p:cNvSpPr/>
          <p:nvPr/>
        </p:nvSpPr>
        <p:spPr>
          <a:xfrm>
            <a:off x="1452155" y="147087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Characterizing the Sinusoidal Signal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B75C213-649D-A9B4-1AA7-86AAF29273DA}"/>
              </a:ext>
            </a:extLst>
          </p:cNvPr>
          <p:cNvSpPr/>
          <p:nvPr/>
        </p:nvSpPr>
        <p:spPr>
          <a:xfrm>
            <a:off x="1996876" y="2202396"/>
            <a:ext cx="142942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Once a frequency is fixed, the resulting signal is described by three parameters: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6705521D-EF97-3A70-1E66-302A7B608E60}"/>
              </a:ext>
            </a:extLst>
          </p:cNvPr>
          <p:cNvSpPr/>
          <p:nvPr/>
        </p:nvSpPr>
        <p:spPr>
          <a:xfrm>
            <a:off x="1996876" y="3028307"/>
            <a:ext cx="14294247" cy="1244022"/>
          </a:xfrm>
          <a:prstGeom prst="roundRect">
            <a:avLst>
              <a:gd name="adj" fmla="val 9231"/>
            </a:avLst>
          </a:prstGeom>
          <a:solidFill>
            <a:srgbClr val="EFF7F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2C7FC10-8EA9-10D5-BA9F-08F19166D654}"/>
              </a:ext>
            </a:extLst>
          </p:cNvPr>
          <p:cNvSpPr/>
          <p:nvPr/>
        </p:nvSpPr>
        <p:spPr>
          <a:xfrm>
            <a:off x="775500" y="4890562"/>
            <a:ext cx="5200032" cy="3116218"/>
          </a:xfrm>
          <a:prstGeom prst="roundRect">
            <a:avLst>
              <a:gd name="adj" fmla="val 4706"/>
            </a:avLst>
          </a:prstGeom>
          <a:solidFill>
            <a:srgbClr val="EFF7FA"/>
          </a:solidFill>
          <a:ln/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AF4372B0-FDEA-6E9C-4084-FAE6EDE987B2}"/>
              </a:ext>
            </a:extLst>
          </p:cNvPr>
          <p:cNvSpPr/>
          <p:nvPr/>
        </p:nvSpPr>
        <p:spPr>
          <a:xfrm>
            <a:off x="1234439" y="4872341"/>
            <a:ext cx="4822178" cy="10501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Vₘ — Amplitude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7E634C04-1894-E1DD-73A7-C5B6C8B2DD52}"/>
              </a:ext>
            </a:extLst>
          </p:cNvPr>
          <p:cNvSpPr/>
          <p:nvPr/>
        </p:nvSpPr>
        <p:spPr>
          <a:xfrm>
            <a:off x="1449156" y="5698283"/>
            <a:ext cx="4822178" cy="2100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peak value of the sinusoid; sets the signal's strength.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F126A336-0D09-3B69-DBFC-3D44073F4D15}"/>
              </a:ext>
            </a:extLst>
          </p:cNvPr>
          <p:cNvSpPr/>
          <p:nvPr/>
        </p:nvSpPr>
        <p:spPr>
          <a:xfrm>
            <a:off x="6499934" y="4912694"/>
            <a:ext cx="5200032" cy="3116218"/>
          </a:xfrm>
          <a:prstGeom prst="roundRect">
            <a:avLst>
              <a:gd name="adj" fmla="val 4706"/>
            </a:avLst>
          </a:prstGeom>
          <a:solidFill>
            <a:srgbClr val="EFF7FA"/>
          </a:solidFill>
          <a:ln/>
        </p:spPr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E7A76509-BE15-4007-D5A1-B5E8F29E3BB8}"/>
              </a:ext>
            </a:extLst>
          </p:cNvPr>
          <p:cNvSpPr/>
          <p:nvPr/>
        </p:nvSpPr>
        <p:spPr>
          <a:xfrm>
            <a:off x="7231089" y="5183776"/>
            <a:ext cx="3843311" cy="786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ω — Angular Frequency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E73B701-9BA0-23AB-C457-38ECF12C6F4D}"/>
              </a:ext>
            </a:extLst>
          </p:cNvPr>
          <p:cNvSpPr/>
          <p:nvPr/>
        </p:nvSpPr>
        <p:spPr>
          <a:xfrm>
            <a:off x="7106604" y="5698283"/>
            <a:ext cx="4488059" cy="1704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ω = 2πf, in radians per second; sets how fast the signal repeats.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7B5AB4E8-71F2-EDB8-FF55-D07B0690EABF}"/>
              </a:ext>
            </a:extLst>
          </p:cNvPr>
          <p:cNvSpPr/>
          <p:nvPr/>
        </p:nvSpPr>
        <p:spPr>
          <a:xfrm>
            <a:off x="12231385" y="4912694"/>
            <a:ext cx="5200032" cy="3116218"/>
          </a:xfrm>
          <a:prstGeom prst="roundRect">
            <a:avLst>
              <a:gd name="adj" fmla="val 4706"/>
            </a:avLst>
          </a:prstGeom>
          <a:solidFill>
            <a:srgbClr val="EFF7FA"/>
          </a:solidFill>
          <a:ln/>
        </p:spPr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B6A19D70-8A63-AA73-6D9C-7266C2D5260A}"/>
              </a:ext>
            </a:extLst>
          </p:cNvPr>
          <p:cNvSpPr/>
          <p:nvPr/>
        </p:nvSpPr>
        <p:spPr>
          <a:xfrm>
            <a:off x="12933819" y="5577240"/>
            <a:ext cx="4497008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8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Shifts the waveform in time relative to a reference; sets timing alignment.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AF86AB99-661C-6A62-BFC4-126BD02A553A}"/>
              </a:ext>
            </a:extLst>
          </p:cNvPr>
          <p:cNvSpPr/>
          <p:nvPr/>
        </p:nvSpPr>
        <p:spPr>
          <a:xfrm>
            <a:off x="12823368" y="4792501"/>
            <a:ext cx="4015476" cy="12098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— Phase Angle</a:t>
            </a:r>
            <a:endParaRPr lang="en-US" sz="32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AC9847B5-60D1-9426-19F1-3F9E188CFA20}"/>
              </a:ext>
            </a:extLst>
          </p:cNvPr>
          <p:cNvSpPr/>
          <p:nvPr/>
        </p:nvSpPr>
        <p:spPr>
          <a:xfrm>
            <a:off x="3375516" y="3323456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i="1" dirty="0">
                <a:solidFill>
                  <a:srgbClr val="1C2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v(t) = Vₘ cos(ωt + φ)</a:t>
            </a:r>
            <a:endParaRPr lang="en-US" sz="4400" dirty="0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D7A7F943-797A-B1B6-7904-FA9109B3CD3A}"/>
              </a:ext>
            </a:extLst>
          </p:cNvPr>
          <p:cNvSpPr/>
          <p:nvPr/>
        </p:nvSpPr>
        <p:spPr>
          <a:xfrm rot="19145187">
            <a:off x="-4444902" y="6484301"/>
            <a:ext cx="8008404" cy="7529197"/>
          </a:xfrm>
          <a:custGeom>
            <a:avLst/>
            <a:gdLst/>
            <a:ahLst/>
            <a:cxnLst/>
            <a:rect l="l" t="t" r="r" b="b"/>
            <a:pathLst>
              <a:path w="4705411" h="3723156">
                <a:moveTo>
                  <a:pt x="0" y="0"/>
                </a:moveTo>
                <a:lnTo>
                  <a:pt x="4705410" y="0"/>
                </a:lnTo>
                <a:lnTo>
                  <a:pt x="4705410" y="3723157"/>
                </a:lnTo>
                <a:lnTo>
                  <a:pt x="0" y="37231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3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6" grpId="0" animBg="1"/>
      <p:bldP spid="15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4760FE3-50A1-83CC-E6D2-678A693B458D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B01751B-DBF0-FBDA-8EF1-3E1574DD32F4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3C6DB1-00B3-A3E9-9FEF-3E2566DA74CB}"/>
              </a:ext>
            </a:extLst>
          </p:cNvPr>
          <p:cNvSpPr/>
          <p:nvPr/>
        </p:nvSpPr>
        <p:spPr>
          <a:xfrm>
            <a:off x="1423126" y="1298448"/>
            <a:ext cx="11900988" cy="1105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3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Practical AC Signal Sources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9350B81-EAF7-42F4-61B5-41B0A6734B3F}"/>
              </a:ext>
            </a:extLst>
          </p:cNvPr>
          <p:cNvSpPr/>
          <p:nvPr/>
        </p:nvSpPr>
        <p:spPr>
          <a:xfrm>
            <a:off x="1234439" y="384048"/>
            <a:ext cx="9839961" cy="8177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50" dirty="0">
                <a:solidFill>
                  <a:schemeClr val="accent1">
                    <a:lumMod val="75000"/>
                  </a:schemeClr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AC SIGNAL GENERATION 3.2</a:t>
            </a:r>
            <a:endParaRPr lang="en-US" sz="4400" dirty="0">
              <a:solidFill>
                <a:schemeClr val="accent1">
                  <a:lumMod val="75000"/>
                </a:schemeClr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06C36EC8-D4E9-E8AB-626A-A42ECD6AA7B1}"/>
              </a:ext>
            </a:extLst>
          </p:cNvPr>
          <p:cNvSpPr/>
          <p:nvPr/>
        </p:nvSpPr>
        <p:spPr>
          <a:xfrm>
            <a:off x="1423126" y="3118739"/>
            <a:ext cx="6944360" cy="2524506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F3F59DFB-DBF4-71E6-1CBD-F1909AED343C}"/>
              </a:ext>
            </a:extLst>
          </p:cNvPr>
          <p:cNvSpPr/>
          <p:nvPr/>
        </p:nvSpPr>
        <p:spPr>
          <a:xfrm>
            <a:off x="1423126" y="6332112"/>
            <a:ext cx="6944360" cy="2524506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3063DDC2-7CEE-3E18-3E37-3FB08D8465DD}"/>
              </a:ext>
            </a:extLst>
          </p:cNvPr>
          <p:cNvSpPr/>
          <p:nvPr/>
        </p:nvSpPr>
        <p:spPr>
          <a:xfrm>
            <a:off x="9024618" y="3104225"/>
            <a:ext cx="6944360" cy="2524506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5">
            <a:extLst>
              <a:ext uri="{FF2B5EF4-FFF2-40B4-BE49-F238E27FC236}">
                <a16:creationId xmlns:a16="http://schemas.microsoft.com/office/drawing/2014/main" id="{E7211E98-2FF7-C6B5-B0EF-1AA07C2E20DB}"/>
              </a:ext>
            </a:extLst>
          </p:cNvPr>
          <p:cNvSpPr/>
          <p:nvPr/>
        </p:nvSpPr>
        <p:spPr>
          <a:xfrm>
            <a:off x="9144000" y="6332112"/>
            <a:ext cx="6944360" cy="2524506"/>
          </a:xfrm>
          <a:prstGeom prst="roundRect">
            <a:avLst>
              <a:gd name="adj" fmla="val 3902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90DDAA1-4881-5164-8380-C0BCCAA8CD23}"/>
              </a:ext>
            </a:extLst>
          </p:cNvPr>
          <p:cNvSpPr/>
          <p:nvPr/>
        </p:nvSpPr>
        <p:spPr>
          <a:xfrm>
            <a:off x="2154645" y="3429144"/>
            <a:ext cx="59606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Function / Signal Generators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C7AD7541-850F-1314-DF08-FDBADCDDA069}"/>
              </a:ext>
            </a:extLst>
          </p:cNvPr>
          <p:cNvSpPr/>
          <p:nvPr/>
        </p:nvSpPr>
        <p:spPr>
          <a:xfrm>
            <a:off x="2154646" y="4195497"/>
            <a:ext cx="5960652" cy="124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Packaged oscillator circuits with adjustable frequency, amplitude, and waveform (sine, square, triangular).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59917D0A-2B8C-2577-958A-96BBE48B471B}"/>
              </a:ext>
            </a:extLst>
          </p:cNvPr>
          <p:cNvSpPr/>
          <p:nvPr/>
        </p:nvSpPr>
        <p:spPr>
          <a:xfrm>
            <a:off x="9522823" y="3429144"/>
            <a:ext cx="622844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Voltage-Controlled Oscillators (</a:t>
            </a:r>
            <a:r>
              <a:rPr lang="en-US" sz="20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VCOs)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2490ECB9-DD1C-79F4-A154-4B93CCBA0BBE}"/>
              </a:ext>
            </a:extLst>
          </p:cNvPr>
          <p:cNvSpPr/>
          <p:nvPr/>
        </p:nvSpPr>
        <p:spPr>
          <a:xfrm>
            <a:off x="9790612" y="4125012"/>
            <a:ext cx="5960652" cy="124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 frequency varies with a control voltage — the basis of FM and phase-locked-loop frequency synthesis.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0CA0DACD-254A-5741-9ED1-1A6A1C6F131C}"/>
              </a:ext>
            </a:extLst>
          </p:cNvPr>
          <p:cNvSpPr/>
          <p:nvPr/>
        </p:nvSpPr>
        <p:spPr>
          <a:xfrm>
            <a:off x="2154645" y="6607551"/>
            <a:ext cx="59606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Phase Shifters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620F73CE-C574-625A-A47A-CA632B4CAAA6}"/>
              </a:ext>
            </a:extLst>
          </p:cNvPr>
          <p:cNvSpPr/>
          <p:nvPr/>
        </p:nvSpPr>
        <p:spPr>
          <a:xfrm>
            <a:off x="2154646" y="7328184"/>
            <a:ext cx="5960652" cy="124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Introduce a controlled lag or lead between two AC signals (Alexander &amp; Sadiku, Sec. 9.8.1, p. 394).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0A023969-80CC-527C-3AED-CBB5EB3D4CD8}"/>
              </a:ext>
            </a:extLst>
          </p:cNvPr>
          <p:cNvSpPr/>
          <p:nvPr/>
        </p:nvSpPr>
        <p:spPr>
          <a:xfrm>
            <a:off x="9790611" y="6409651"/>
            <a:ext cx="59606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AC Bridges</a:t>
            </a:r>
            <a:endParaRPr lang="en-US" sz="3200" dirty="0">
              <a:latin typeface="Bell MT" panose="02020503060305020303" pitchFamily="18" charset="0"/>
            </a:endParaRPr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E3BDF444-739B-4DC1-7FA8-C4B166C9076B}"/>
              </a:ext>
            </a:extLst>
          </p:cNvPr>
          <p:cNvSpPr/>
          <p:nvPr/>
        </p:nvSpPr>
        <p:spPr>
          <a:xfrm>
            <a:off x="9790612" y="7317259"/>
            <a:ext cx="5960652" cy="124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an unknown impedance against a known AC reference signal (Alexander &amp; Sadiku, Sec. 9.8.2, p. 394).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512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8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0E500FE-5587-6BE6-B753-C37C02665F7B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DACADF5-9FE9-5488-47C2-8ABA985F184C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91BBC11-9531-A6DF-CE6C-38D4DE8F1DB2}"/>
              </a:ext>
            </a:extLst>
          </p:cNvPr>
          <p:cNvSpPr/>
          <p:nvPr/>
        </p:nvSpPr>
        <p:spPr>
          <a:xfrm>
            <a:off x="1547948" y="429769"/>
            <a:ext cx="9699173" cy="868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150" dirty="0">
                <a:solidFill>
                  <a:srgbClr val="FF0000"/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APPLICATIONS</a:t>
            </a:r>
            <a:endParaRPr lang="en-US" sz="3600" dirty="0">
              <a:solidFill>
                <a:srgbClr val="FF000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FDD6499-3A0A-1A76-00A3-EBFD1EE3EC0D}"/>
              </a:ext>
            </a:extLst>
          </p:cNvPr>
          <p:cNvSpPr/>
          <p:nvPr/>
        </p:nvSpPr>
        <p:spPr>
          <a:xfrm>
            <a:off x="1658982" y="1766317"/>
            <a:ext cx="13030201" cy="104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Engineering Applications</a:t>
            </a:r>
            <a:endParaRPr lang="en-US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5866F0-85DC-DA4C-1668-C8AE08007EAA}"/>
              </a:ext>
            </a:extLst>
          </p:cNvPr>
          <p:cNvSpPr txBox="1"/>
          <p:nvPr/>
        </p:nvSpPr>
        <p:spPr>
          <a:xfrm>
            <a:off x="2442755" y="3252652"/>
            <a:ext cx="132979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Systems: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Carrier generation, modulation, and tuning.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Systems: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Clock generation for processors and microcontrollers.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Electronics: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Frequency control in inverters and SMPS.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Instrumentation: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and signal generators for testing.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&amp; Biomedical: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Induction heating and ultrasonic systems.</a:t>
            </a:r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C9954ADC-7A3F-D9DD-38F2-A37A17D30EE8}"/>
              </a:ext>
            </a:extLst>
          </p:cNvPr>
          <p:cNvSpPr/>
          <p:nvPr/>
        </p:nvSpPr>
        <p:spPr>
          <a:xfrm>
            <a:off x="-47267" y="-38100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0607E4D1-802D-19AE-07D6-DA8C1118EDAB}"/>
              </a:ext>
            </a:extLst>
          </p:cNvPr>
          <p:cNvSpPr/>
          <p:nvPr/>
        </p:nvSpPr>
        <p:spPr>
          <a:xfrm rot="16200000">
            <a:off x="13320558" y="44495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75537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E352A8-D70B-2636-7C22-8C2F88B3A0F2}"/>
              </a:ext>
            </a:extLst>
          </p:cNvPr>
          <p:cNvSpPr/>
          <p:nvPr/>
        </p:nvSpPr>
        <p:spPr>
          <a:xfrm>
            <a:off x="0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882B2F5-1998-D99F-5F3A-F90F467C92A4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1D29998-EA7F-732C-D9E8-35C1C1217DA9}"/>
              </a:ext>
            </a:extLst>
          </p:cNvPr>
          <p:cNvSpPr/>
          <p:nvPr/>
        </p:nvSpPr>
        <p:spPr>
          <a:xfrm>
            <a:off x="1378131" y="763197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50" dirty="0">
                <a:solidFill>
                  <a:srgbClr val="002060"/>
                </a:solidFill>
                <a:latin typeface="MV Boli" panose="02000500030200090000" pitchFamily="2" charset="0"/>
                <a:ea typeface="Calibri" pitchFamily="34" charset="-122"/>
                <a:cs typeface="MV Boli" panose="02000500030200090000" pitchFamily="2" charset="0"/>
              </a:rPr>
              <a:t>SYNTHESIS</a:t>
            </a:r>
            <a:endParaRPr lang="en-US" sz="4400" dirty="0">
              <a:solidFill>
                <a:srgbClr val="002060"/>
              </a:solidFill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D4F45FC-C52C-10A2-801A-770D4630EFE6}"/>
              </a:ext>
            </a:extLst>
          </p:cNvPr>
          <p:cNvSpPr/>
          <p:nvPr/>
        </p:nvSpPr>
        <p:spPr>
          <a:xfrm>
            <a:off x="1913708" y="1642653"/>
            <a:ext cx="11893732" cy="1087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Three Topics Connect</a:t>
            </a:r>
            <a:endParaRPr lang="en-US" sz="40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C707DA18-2DFA-B69F-1A33-38BFD67CCDD1}"/>
              </a:ext>
            </a:extLst>
          </p:cNvPr>
          <p:cNvSpPr/>
          <p:nvPr/>
        </p:nvSpPr>
        <p:spPr>
          <a:xfrm>
            <a:off x="761822" y="3855828"/>
            <a:ext cx="3807824" cy="3422469"/>
          </a:xfrm>
          <a:prstGeom prst="roundRect">
            <a:avLst>
              <a:gd name="adj" fmla="val 3774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90C0825C-988F-440B-2112-6DFAE241A955}"/>
              </a:ext>
            </a:extLst>
          </p:cNvPr>
          <p:cNvSpPr/>
          <p:nvPr/>
        </p:nvSpPr>
        <p:spPr>
          <a:xfrm>
            <a:off x="4582709" y="5529507"/>
            <a:ext cx="484238" cy="0"/>
          </a:xfrm>
          <a:prstGeom prst="line">
            <a:avLst/>
          </a:prstGeom>
          <a:noFill/>
          <a:ln w="25400">
            <a:solidFill>
              <a:srgbClr val="1C2541"/>
            </a:solidFill>
            <a:prstDash val="solid"/>
            <a:tailEnd type="triangle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31" name="Shape 5">
            <a:extLst>
              <a:ext uri="{FF2B5EF4-FFF2-40B4-BE49-F238E27FC236}">
                <a16:creationId xmlns:a16="http://schemas.microsoft.com/office/drawing/2014/main" id="{53D8BBFE-B7EC-CEA7-F74F-C7067D40209E}"/>
              </a:ext>
            </a:extLst>
          </p:cNvPr>
          <p:cNvSpPr/>
          <p:nvPr/>
        </p:nvSpPr>
        <p:spPr>
          <a:xfrm>
            <a:off x="5163617" y="3758183"/>
            <a:ext cx="3807824" cy="3422469"/>
          </a:xfrm>
          <a:prstGeom prst="roundRect">
            <a:avLst>
              <a:gd name="adj" fmla="val 3774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B49287FA-43C9-C95C-8ADA-86C672EBFC2E}"/>
              </a:ext>
            </a:extLst>
          </p:cNvPr>
          <p:cNvSpPr/>
          <p:nvPr/>
        </p:nvSpPr>
        <p:spPr>
          <a:xfrm>
            <a:off x="8994686" y="5469418"/>
            <a:ext cx="484238" cy="0"/>
          </a:xfrm>
          <a:prstGeom prst="line">
            <a:avLst/>
          </a:prstGeom>
          <a:noFill/>
          <a:ln w="25400">
            <a:solidFill>
              <a:srgbClr val="1C2541"/>
            </a:solidFill>
            <a:prstDash val="solid"/>
            <a:tailEnd type="triangle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67C4A7E7-6E31-BEFB-DF8F-F721D14ED5CB}"/>
              </a:ext>
            </a:extLst>
          </p:cNvPr>
          <p:cNvSpPr/>
          <p:nvPr/>
        </p:nvSpPr>
        <p:spPr>
          <a:xfrm>
            <a:off x="9565136" y="3758183"/>
            <a:ext cx="3807824" cy="3422469"/>
          </a:xfrm>
          <a:prstGeom prst="roundRect">
            <a:avLst>
              <a:gd name="adj" fmla="val 3774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64FC0B7F-330C-3841-EA30-ACC4A3851537}"/>
              </a:ext>
            </a:extLst>
          </p:cNvPr>
          <p:cNvSpPr/>
          <p:nvPr/>
        </p:nvSpPr>
        <p:spPr>
          <a:xfrm>
            <a:off x="13443504" y="5529508"/>
            <a:ext cx="484238" cy="0"/>
          </a:xfrm>
          <a:prstGeom prst="line">
            <a:avLst/>
          </a:prstGeom>
          <a:noFill/>
          <a:ln w="25400">
            <a:solidFill>
              <a:srgbClr val="1C2541"/>
            </a:solidFill>
            <a:prstDash val="solid"/>
            <a:tailEnd type="triangle"/>
          </a:ln>
        </p:spPr>
        <p:txBody>
          <a:bodyPr/>
          <a:lstStyle/>
          <a:p>
            <a:endParaRPr lang="en-US" sz="2800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E2AD422A-3AE1-D1B2-FAAF-AD690DC2A2B0}"/>
              </a:ext>
            </a:extLst>
          </p:cNvPr>
          <p:cNvSpPr/>
          <p:nvPr/>
        </p:nvSpPr>
        <p:spPr>
          <a:xfrm>
            <a:off x="13966931" y="3818273"/>
            <a:ext cx="3807824" cy="3422469"/>
          </a:xfrm>
          <a:prstGeom prst="roundRect">
            <a:avLst>
              <a:gd name="adj" fmla="val 3774"/>
            </a:avLst>
          </a:prstGeom>
          <a:solidFill>
            <a:srgbClr val="EFF7FA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7E72FA5F-1155-F0B9-B45B-B7558BB91656}"/>
              </a:ext>
            </a:extLst>
          </p:cNvPr>
          <p:cNvSpPr/>
          <p:nvPr/>
        </p:nvSpPr>
        <p:spPr>
          <a:xfrm>
            <a:off x="10927085" y="4044260"/>
            <a:ext cx="973835" cy="1009105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23FC7918-1C0F-74AF-8F82-20FF84C5E8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1768" y="4229754"/>
            <a:ext cx="547800" cy="547800"/>
          </a:xfrm>
          <a:prstGeom prst="rect">
            <a:avLst/>
          </a:prstGeom>
        </p:spPr>
      </p:pic>
      <p:sp>
        <p:nvSpPr>
          <p:cNvPr id="39" name="Shape 21">
            <a:extLst>
              <a:ext uri="{FF2B5EF4-FFF2-40B4-BE49-F238E27FC236}">
                <a16:creationId xmlns:a16="http://schemas.microsoft.com/office/drawing/2014/main" id="{905A8325-AD37-40C4-DEC4-9B4BE445F2F8}"/>
              </a:ext>
            </a:extLst>
          </p:cNvPr>
          <p:cNvSpPr/>
          <p:nvPr/>
        </p:nvSpPr>
        <p:spPr>
          <a:xfrm>
            <a:off x="15329274" y="4083448"/>
            <a:ext cx="973835" cy="1009105"/>
          </a:xfrm>
          <a:prstGeom prst="ellipse">
            <a:avLst/>
          </a:prstGeom>
          <a:solidFill>
            <a:srgbClr val="1C254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0" name="Image 4" descr="preencoded.png">
            <a:extLst>
              <a:ext uri="{FF2B5EF4-FFF2-40B4-BE49-F238E27FC236}">
                <a16:creationId xmlns:a16="http://schemas.microsoft.com/office/drawing/2014/main" id="{B72515CD-FCE1-3FD9-19D7-89CD1FEA8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7221" y="4229754"/>
            <a:ext cx="547800" cy="547800"/>
          </a:xfrm>
          <a:prstGeom prst="rect">
            <a:avLst/>
          </a:prstGeom>
        </p:spPr>
      </p:pic>
      <p:sp>
        <p:nvSpPr>
          <p:cNvPr id="41" name="Shape 6">
            <a:extLst>
              <a:ext uri="{FF2B5EF4-FFF2-40B4-BE49-F238E27FC236}">
                <a16:creationId xmlns:a16="http://schemas.microsoft.com/office/drawing/2014/main" id="{2EF23440-D32C-E151-2EF0-E2CC6AFF3AA1}"/>
              </a:ext>
            </a:extLst>
          </p:cNvPr>
          <p:cNvSpPr/>
          <p:nvPr/>
        </p:nvSpPr>
        <p:spPr>
          <a:xfrm>
            <a:off x="1984891" y="4083448"/>
            <a:ext cx="973835" cy="1009105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42" name="Image 1" descr="preencoded.png">
            <a:extLst>
              <a:ext uri="{FF2B5EF4-FFF2-40B4-BE49-F238E27FC236}">
                <a16:creationId xmlns:a16="http://schemas.microsoft.com/office/drawing/2014/main" id="{0689AE2A-C549-37C3-F541-C3EE1AF970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9239" y="4274912"/>
            <a:ext cx="547800" cy="547800"/>
          </a:xfrm>
          <a:prstGeom prst="rect">
            <a:avLst/>
          </a:prstGeom>
        </p:spPr>
      </p:pic>
      <p:sp>
        <p:nvSpPr>
          <p:cNvPr id="43" name="Shape 11">
            <a:extLst>
              <a:ext uri="{FF2B5EF4-FFF2-40B4-BE49-F238E27FC236}">
                <a16:creationId xmlns:a16="http://schemas.microsoft.com/office/drawing/2014/main" id="{202B3FEA-F7C8-5AB7-0B71-EAFDAF0578D1}"/>
              </a:ext>
            </a:extLst>
          </p:cNvPr>
          <p:cNvSpPr/>
          <p:nvPr/>
        </p:nvSpPr>
        <p:spPr>
          <a:xfrm>
            <a:off x="6471994" y="4044911"/>
            <a:ext cx="973835" cy="1009105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EF19EBF2-6E2C-AE26-CC55-49FB0566CC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3613" y="4295068"/>
            <a:ext cx="547800" cy="547800"/>
          </a:xfrm>
          <a:prstGeom prst="rect">
            <a:avLst/>
          </a:prstGeom>
        </p:spPr>
      </p:pic>
      <p:sp>
        <p:nvSpPr>
          <p:cNvPr id="45" name="Text 7">
            <a:extLst>
              <a:ext uri="{FF2B5EF4-FFF2-40B4-BE49-F238E27FC236}">
                <a16:creationId xmlns:a16="http://schemas.microsoft.com/office/drawing/2014/main" id="{9C8B20BC-8747-8EED-B3DD-A67B8F873620}"/>
              </a:ext>
            </a:extLst>
          </p:cNvPr>
          <p:cNvSpPr/>
          <p:nvPr/>
        </p:nvSpPr>
        <p:spPr>
          <a:xfrm>
            <a:off x="1429731" y="3301846"/>
            <a:ext cx="2148840" cy="198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prstTxWarp prst="textArchDown">
              <a:avLst/>
            </a:prstTxWarp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Oscillation</a:t>
            </a:r>
            <a:endParaRPr lang="en-US" sz="2400" dirty="0">
              <a:latin typeface="Bell MT" panose="02020503060305020303" pitchFamily="18" charset="0"/>
            </a:endParaRPr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C622BFED-490F-2688-1C89-57F5ED169087}"/>
              </a:ext>
            </a:extLst>
          </p:cNvPr>
          <p:cNvSpPr/>
          <p:nvPr/>
        </p:nvSpPr>
        <p:spPr>
          <a:xfrm>
            <a:off x="5910561" y="3054748"/>
            <a:ext cx="2148840" cy="21501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prstTxWarp prst="textArchDown">
              <a:avLst/>
            </a:prstTxWarp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Resonance</a:t>
            </a:r>
            <a:endParaRPr lang="en-US" sz="1550" dirty="0">
              <a:latin typeface="Bell MT" panose="02020503060305020303" pitchFamily="18" charset="0"/>
            </a:endParaRPr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687A4CB7-DDCC-F290-2D6C-492D61655A67}"/>
              </a:ext>
            </a:extLst>
          </p:cNvPr>
          <p:cNvSpPr/>
          <p:nvPr/>
        </p:nvSpPr>
        <p:spPr>
          <a:xfrm>
            <a:off x="10391391" y="2714367"/>
            <a:ext cx="2148840" cy="251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prstTxWarp prst="textArchDown">
              <a:avLst/>
            </a:prstTxWarp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550" dirty="0">
              <a:latin typeface="Bell MT" panose="02020503060305020303" pitchFamily="18" charset="0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52DF8894-98EE-ACB5-7A51-C50220413D40}"/>
              </a:ext>
            </a:extLst>
          </p:cNvPr>
          <p:cNvSpPr/>
          <p:nvPr/>
        </p:nvSpPr>
        <p:spPr>
          <a:xfrm>
            <a:off x="14766490" y="3295760"/>
            <a:ext cx="2148840" cy="1998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prstTxWarp prst="textArchDown">
              <a:avLst/>
            </a:prstTxWarp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32B"/>
                </a:solidFill>
                <a:latin typeface="Bell MT" panose="02020503060305020303" pitchFamily="18" charset="0"/>
                <a:ea typeface="Cambria" pitchFamily="34" charset="-122"/>
                <a:cs typeface="Cambria" pitchFamily="34" charset="-120"/>
              </a:rPr>
              <a:t>AC Signal</a:t>
            </a:r>
            <a:endParaRPr lang="en-US" sz="2400" dirty="0">
              <a:latin typeface="Bell MT" panose="02020503060305020303" pitchFamily="18" charset="0"/>
            </a:endParaRPr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B439B0A4-7497-67B4-C334-47D11B6CB161}"/>
              </a:ext>
            </a:extLst>
          </p:cNvPr>
          <p:cNvSpPr/>
          <p:nvPr/>
        </p:nvSpPr>
        <p:spPr>
          <a:xfrm>
            <a:off x="1395603" y="5534898"/>
            <a:ext cx="2626876" cy="124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Natural L–C energy exchange (Sec. 1)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AC3FEF23-D6A4-EE47-D3A1-5D2EA337BD30}"/>
              </a:ext>
            </a:extLst>
          </p:cNvPr>
          <p:cNvSpPr/>
          <p:nvPr/>
        </p:nvSpPr>
        <p:spPr>
          <a:xfrm>
            <a:off x="5871995" y="5446562"/>
            <a:ext cx="2626876" cy="124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Fixes the exact rate ω₀ (Sec. 2)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32FE6EB3-19C9-994E-B5A0-298C87E7F8EF}"/>
              </a:ext>
            </a:extLst>
          </p:cNvPr>
          <p:cNvSpPr/>
          <p:nvPr/>
        </p:nvSpPr>
        <p:spPr>
          <a:xfrm>
            <a:off x="10243757" y="5452435"/>
            <a:ext cx="2626876" cy="124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Barkhausen sustains it forever (Sec. 2)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7A6DC198-7BBB-21C5-F477-49D86E495298}"/>
              </a:ext>
            </a:extLst>
          </p:cNvPr>
          <p:cNvSpPr/>
          <p:nvPr/>
        </p:nvSpPr>
        <p:spPr>
          <a:xfrm>
            <a:off x="14635222" y="5446562"/>
            <a:ext cx="2626876" cy="1242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400" dirty="0">
                <a:solidFill>
                  <a:srgbClr val="2B2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Usable, phasor-describable output (Sec. 3)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B49ACEC3-348F-F420-04C6-B8DE4E1FDCA7}"/>
              </a:ext>
            </a:extLst>
          </p:cNvPr>
          <p:cNvSpPr/>
          <p:nvPr/>
        </p:nvSpPr>
        <p:spPr>
          <a:xfrm>
            <a:off x="1913709" y="7574822"/>
            <a:ext cx="14075228" cy="164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B64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Oscillation is the physics, resonance and feedback are the engineering, and the AC signal is the payoff — analyzable end-to-end with phasors and frequency-response tools.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Freeform 10">
            <a:extLst>
              <a:ext uri="{FF2B5EF4-FFF2-40B4-BE49-F238E27FC236}">
                <a16:creationId xmlns:a16="http://schemas.microsoft.com/office/drawing/2014/main" id="{EFDB2455-628C-703B-E5E2-FD52A7E4C415}"/>
              </a:ext>
            </a:extLst>
          </p:cNvPr>
          <p:cNvSpPr/>
          <p:nvPr/>
        </p:nvSpPr>
        <p:spPr>
          <a:xfrm>
            <a:off x="-51183" y="-316277"/>
            <a:ext cx="1595214" cy="1614725"/>
          </a:xfrm>
          <a:custGeom>
            <a:avLst/>
            <a:gdLst/>
            <a:ahLst/>
            <a:cxnLst/>
            <a:rect l="l" t="t" r="r" b="b"/>
            <a:pathLst>
              <a:path w="1595214" h="1614725">
                <a:moveTo>
                  <a:pt x="0" y="0"/>
                </a:moveTo>
                <a:lnTo>
                  <a:pt x="1595214" y="0"/>
                </a:lnTo>
                <a:lnTo>
                  <a:pt x="1595214" y="1614725"/>
                </a:lnTo>
                <a:lnTo>
                  <a:pt x="0" y="16147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9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  <p:extLst>
      <p:ext uri="{BB962C8B-B14F-4D97-AF65-F5344CB8AC3E}">
        <p14:creationId xmlns:p14="http://schemas.microsoft.com/office/powerpoint/2010/main" val="140156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0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9" grpId="0" animBg="1"/>
      <p:bldP spid="45" grpId="0" animBg="1"/>
      <p:bldP spid="46" grpId="0" animBg="1"/>
      <p:bldP spid="47" grpId="0" animBg="1"/>
      <p:bldP spid="48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ADAC2D-8805-FFA0-F771-7EF69454E032}"/>
              </a:ext>
            </a:extLst>
          </p:cNvPr>
          <p:cNvSpPr/>
          <p:nvPr/>
        </p:nvSpPr>
        <p:spPr>
          <a:xfrm>
            <a:off x="0" y="-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0"/>
                  <a:shade val="30000"/>
                  <a:satMod val="115000"/>
                </a:schemeClr>
              </a:gs>
              <a:gs pos="50000">
                <a:schemeClr val="accent1">
                  <a:lumMod val="50000"/>
                  <a:shade val="67500"/>
                  <a:satMod val="115000"/>
                </a:schemeClr>
              </a:gs>
              <a:gs pos="100000">
                <a:schemeClr val="accent1">
                  <a:lumMod val="50000"/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txBody>
          <a:bodyPr/>
          <a:lstStyle/>
          <a:p>
            <a:endParaRPr 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AE1729A-BDC7-73E6-0E03-8A96F3B06B82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572E08AF-E49C-ED0F-518E-1E68A8121773}"/>
              </a:ext>
            </a:extLst>
          </p:cNvPr>
          <p:cNvSpPr/>
          <p:nvPr/>
        </p:nvSpPr>
        <p:spPr>
          <a:xfrm>
            <a:off x="822960" y="640080"/>
            <a:ext cx="640080" cy="640080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388CB94-2DE2-6CBA-20F5-E227426B6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795528"/>
            <a:ext cx="329184" cy="329184"/>
          </a:xfrm>
          <a:prstGeom prst="rect">
            <a:avLst/>
          </a:prstGeom>
        </p:spPr>
      </p:pic>
      <p:sp>
        <p:nvSpPr>
          <p:cNvPr id="10" name="Freeform 2">
            <a:extLst>
              <a:ext uri="{FF2B5EF4-FFF2-40B4-BE49-F238E27FC236}">
                <a16:creationId xmlns:a16="http://schemas.microsoft.com/office/drawing/2014/main" id="{8CC12BC0-A77A-98C4-6349-64993E5FD359}"/>
              </a:ext>
            </a:extLst>
          </p:cNvPr>
          <p:cNvSpPr/>
          <p:nvPr/>
        </p:nvSpPr>
        <p:spPr>
          <a:xfrm rot="16200000">
            <a:off x="4152901" y="-4076701"/>
            <a:ext cx="10172700" cy="18097500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7904565-CA56-C5E5-668E-B21107FA12F6}"/>
              </a:ext>
            </a:extLst>
          </p:cNvPr>
          <p:cNvSpPr/>
          <p:nvPr/>
        </p:nvSpPr>
        <p:spPr>
          <a:xfrm>
            <a:off x="164592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50" dirty="0">
                <a:solidFill>
                  <a:srgbClr val="00B4D8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>
              <a:latin typeface="Bell MT" panose="02020503060305020303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9105186A-21A9-90B6-B2F0-31CB26AD7C66}"/>
              </a:ext>
            </a:extLst>
          </p:cNvPr>
          <p:cNvSpPr/>
          <p:nvPr/>
        </p:nvSpPr>
        <p:spPr>
          <a:xfrm>
            <a:off x="1776548" y="1469571"/>
            <a:ext cx="12083143" cy="1068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One Continuous Idea, Not Three Separate Topics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4810C1B-EFC4-7E82-428B-E4F2BD029776}"/>
              </a:ext>
            </a:extLst>
          </p:cNvPr>
          <p:cNvSpPr/>
          <p:nvPr/>
        </p:nvSpPr>
        <p:spPr>
          <a:xfrm>
            <a:off x="1823357" y="2486514"/>
            <a:ext cx="12605657" cy="4794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3200" dirty="0">
                <a:solidFill>
                  <a:srgbClr val="DCE6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Energy-storage elements (L, C) naturally exchange energy at a characteristic rate — this is oscillation.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3200" dirty="0">
                <a:solidFill>
                  <a:srgbClr val="DCE6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Resonance and active feedback fix that rate precisely and sustain it indefinitely — this is frequency generation.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20000"/>
              </a:lnSpc>
              <a:spcAft>
                <a:spcPts val="1600"/>
              </a:spcAft>
              <a:buSzPct val="100000"/>
              <a:buChar char="●"/>
            </a:pPr>
            <a:r>
              <a:rPr lang="en-US" sz="3200" dirty="0">
                <a:solidFill>
                  <a:srgbClr val="DCE6F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resulting periodic signal, represented through phasors and shaped with frequency-response tools, becomes the working AC signal that powers communication, computing, and instrumentation.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07BB3B54-58F2-87DB-45CD-6F9241CFEB52}"/>
              </a:ext>
            </a:extLst>
          </p:cNvPr>
          <p:cNvSpPr/>
          <p:nvPr/>
        </p:nvSpPr>
        <p:spPr>
          <a:xfrm>
            <a:off x="1463040" y="8588829"/>
            <a:ext cx="16054250" cy="93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7F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&amp; Sadiku’s second-order circuit analysis, resonance theory, and phasor methods — together with Boylestad’s treatment of sinusoidal waveforms and resonance — supply the complete toolkit for every stage of this chain.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48157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5BF9E08-84C6-7FCC-4E99-0B995D4D468C}"/>
              </a:ext>
            </a:extLst>
          </p:cNvPr>
          <p:cNvSpPr/>
          <p:nvPr/>
        </p:nvSpPr>
        <p:spPr>
          <a:xfrm>
            <a:off x="13059" y="141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saturation sat="400000"/>
                      </a14:imgEffect>
                      <a14:imgEffect>
                        <a14:brightnessContrast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DF4D0B10-AC64-2B04-B2DC-B88695F1A83B}"/>
              </a:ext>
            </a:extLst>
          </p:cNvPr>
          <p:cNvSpPr/>
          <p:nvPr/>
        </p:nvSpPr>
        <p:spPr>
          <a:xfrm flipV="1">
            <a:off x="502919" y="1201782"/>
            <a:ext cx="17014371" cy="96666"/>
          </a:xfrm>
          <a:prstGeom prst="line">
            <a:avLst/>
          </a:prstGeom>
          <a:noFill/>
          <a:ln w="127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D9AA28F0-E189-4AFD-AB30-0C9248D82EDE}"/>
              </a:ext>
            </a:extLst>
          </p:cNvPr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1C2541"/>
          </a:solidFill>
          <a:ln/>
        </p:spPr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27C1635-7C97-B26B-C163-B2CE1AC14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6" y="524866"/>
            <a:ext cx="340157" cy="340157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2A1A2BC6-B1D3-BE42-88E6-4E395AF549AA}"/>
              </a:ext>
            </a:extLst>
          </p:cNvPr>
          <p:cNvSpPr/>
          <p:nvPr/>
        </p:nvSpPr>
        <p:spPr>
          <a:xfrm>
            <a:off x="1534886" y="282809"/>
            <a:ext cx="9215846" cy="850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150" dirty="0">
                <a:solidFill>
                  <a:srgbClr val="00B4D8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50" dirty="0">
              <a:latin typeface="Bell MT" panose="02020503060305020303" pitchFamily="18" charset="0"/>
            </a:endParaRP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53BA7DD-3199-4784-BFFE-372F0F75438D}"/>
              </a:ext>
            </a:extLst>
          </p:cNvPr>
          <p:cNvSpPr/>
          <p:nvPr/>
        </p:nvSpPr>
        <p:spPr>
          <a:xfrm>
            <a:off x="1717766" y="134416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Course Texts &amp; Page References</a:t>
            </a:r>
            <a:endParaRPr lang="en-US" sz="27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2F7B25E-F4FB-9D81-2641-59BB390B96E5}"/>
              </a:ext>
            </a:extLst>
          </p:cNvPr>
          <p:cNvSpPr/>
          <p:nvPr/>
        </p:nvSpPr>
        <p:spPr>
          <a:xfrm>
            <a:off x="2161903" y="202996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Alexander, C. K., &amp; Sadiku, M. N. O. — Fundamentals of Electric Circuits (6th/7th ed.), McGraw-Hill</a:t>
            </a:r>
            <a:endParaRPr lang="en-US" sz="1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8BA5E23-6C6D-5083-4AE2-985675F32E07}"/>
              </a:ext>
            </a:extLst>
          </p:cNvPr>
          <p:cNvSpPr/>
          <p:nvPr/>
        </p:nvSpPr>
        <p:spPr>
          <a:xfrm>
            <a:off x="2383972" y="2427077"/>
            <a:ext cx="13526588" cy="23735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B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8, “Second-Order Circuits” — pp. 311–365 (Source-Free Series RLC, p. 317; Source-Free Parallel RLC, p. 324; Step Responses, pp. 329 &amp; 334; Duality, p. 348).</a:t>
            </a:r>
            <a:endParaRPr lang="en-US" dirty="0"/>
          </a:p>
          <a:p>
            <a:pPr marL="228600" indent="-2286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B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9, “Sinusoids and Phasors” — pp. 367–409 (Sinusoids, p. 369; Phasors, p. 374; Impedance/Admittance, pp. 383–387; Applications, p. 394).</a:t>
            </a:r>
            <a:endParaRPr lang="en-US" dirty="0"/>
          </a:p>
          <a:p>
            <a:pPr marL="228600" indent="-2286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B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10, “Sinusoidal Steady-State Analysis” — from p. 411/412 (Applications Sec. 10.9, incl. 10.9.2 “Oscillators”).</a:t>
            </a:r>
            <a:endParaRPr lang="en-US" dirty="0"/>
          </a:p>
          <a:p>
            <a:pPr marL="228600" indent="-2286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B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14, “Frequency Response” — Transfer Function, Decibel Scale, Bode Plots, Series/Parallel Resonance, Filters.</a:t>
            </a:r>
            <a:endParaRPr lang="en-US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FD60C66-353C-2F36-D916-340C5DC5E117}"/>
              </a:ext>
            </a:extLst>
          </p:cNvPr>
          <p:cNvSpPr/>
          <p:nvPr/>
        </p:nvSpPr>
        <p:spPr>
          <a:xfrm>
            <a:off x="2161903" y="4937761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Boylestad, R. L. — Introductory Circuit Analysis (12th ed.), Pearson / Prentice Hall</a:t>
            </a:r>
            <a:endParaRPr lang="en-US" sz="16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F3B1F36-1947-A417-F2D7-5786050CC17A}"/>
              </a:ext>
            </a:extLst>
          </p:cNvPr>
          <p:cNvSpPr/>
          <p:nvPr/>
        </p:nvSpPr>
        <p:spPr>
          <a:xfrm>
            <a:off x="2514600" y="5447756"/>
            <a:ext cx="12599126" cy="25806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B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13, “Sinusoidal Alternating Waveforms” — p. 545.</a:t>
            </a:r>
            <a:endParaRPr lang="en-US" dirty="0"/>
          </a:p>
          <a:p>
            <a:pPr marL="228600" indent="-2286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B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14, “The Basic Elements and Phasors” — p. 595.</a:t>
            </a:r>
            <a:endParaRPr lang="en-US" dirty="0"/>
          </a:p>
          <a:p>
            <a:pPr marL="228600" indent="-2286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B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15, “Series and Parallel ac Circuits” — p. 645.</a:t>
            </a:r>
            <a:endParaRPr lang="en-US" dirty="0"/>
          </a:p>
          <a:p>
            <a:pPr marL="228600" indent="-228600" algn="l">
              <a:lnSpc>
                <a:spcPct val="112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2B2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20, “Resonance” — p. 879.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18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313</TotalTime>
  <Words>1705</Words>
  <Application>Microsoft Office PowerPoint</Application>
  <PresentationFormat>Custom</PresentationFormat>
  <Paragraphs>183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4" baseType="lpstr">
      <vt:lpstr>Canva Sans</vt:lpstr>
      <vt:lpstr>Arial</vt:lpstr>
      <vt:lpstr>Arial Rounded MT Bold</vt:lpstr>
      <vt:lpstr>Bell MT</vt:lpstr>
      <vt:lpstr>Bodoni MT</vt:lpstr>
      <vt:lpstr>Calibri</vt:lpstr>
      <vt:lpstr>Calibri Light</vt:lpstr>
      <vt:lpstr>Cambria</vt:lpstr>
      <vt:lpstr>Cambria Math</vt:lpstr>
      <vt:lpstr>Cooper Black</vt:lpstr>
      <vt:lpstr>Elephant</vt:lpstr>
      <vt:lpstr>MV Boli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 PC</dc:creator>
  <cp:lastModifiedBy>MY PC</cp:lastModifiedBy>
  <cp:revision>1</cp:revision>
  <dcterms:created xsi:type="dcterms:W3CDTF">2026-06-17T14:57:02Z</dcterms:created>
  <dcterms:modified xsi:type="dcterms:W3CDTF">2026-06-18T11:18:34Z</dcterms:modified>
</cp:coreProperties>
</file>